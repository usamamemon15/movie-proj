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4630400" cy="8229600"/>
  <p:notesSz cx="8229600" cy="14630400"/>
  <p:embeddedFontLst>
    <p:embeddedFont>
      <p:font typeface="Broadway" panose="04040905080B02020502" pitchFamily="82" charset="0"/>
      <p:regular r:id="rId15"/>
    </p:embeddedFont>
    <p:embeddedFont>
      <p:font typeface="Chiller" panose="04020404031007020602" pitchFamily="82" charset="0"/>
      <p:regular r:id="rId16"/>
    </p:embeddedFont>
    <p:embeddedFont>
      <p:font typeface="Roboto" panose="020B0604020202020204" charset="0"/>
      <p:regular r:id="rId17"/>
    </p:embeddedFont>
    <p:embeddedFont>
      <p:font typeface="Arial Black" panose="020B0A04020102020204" pitchFamily="34" charset="0"/>
      <p:bold r:id="rId18"/>
    </p:embeddedFont>
    <p:embeddedFont>
      <p:font typeface="Saira Medium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402"/>
    <a:srgbClr val="1212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5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69078E-3732-4B3D-9222-08435BBC158B}" type="doc">
      <dgm:prSet loTypeId="urn:microsoft.com/office/officeart/2009/3/layout/SnapshotPictureList" loCatId="picture" qsTypeId="urn:microsoft.com/office/officeart/2005/8/quickstyle/simple1" qsCatId="simple" csTypeId="urn:microsoft.com/office/officeart/2005/8/colors/colorful2" csCatId="colorful" phldr="1"/>
      <dgm:spPr/>
    </dgm:pt>
    <dgm:pt modelId="{0088E3C9-CD8E-4131-ABCF-455EA0B60E51}" type="pres">
      <dgm:prSet presAssocID="{5E69078E-3732-4B3D-9222-08435BBC158B}" presName="Name0" presStyleCnt="0">
        <dgm:presLayoutVars>
          <dgm:chMax/>
          <dgm:chPref/>
          <dgm:dir/>
          <dgm:animLvl val="lvl"/>
        </dgm:presLayoutVars>
      </dgm:prSet>
      <dgm:spPr/>
    </dgm:pt>
  </dgm:ptLst>
  <dgm:cxnLst>
    <dgm:cxn modelId="{C02C22DC-8511-494A-809D-95CE1B710938}" type="presOf" srcId="{5E69078E-3732-4B3D-9222-08435BBC158B}" destId="{0088E3C9-CD8E-4131-ABCF-455EA0B60E51}" srcOrd="0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F714AF-F170-4292-9B94-4547BAE0499A}" type="doc">
      <dgm:prSet loTypeId="urn:microsoft.com/office/officeart/2005/8/layout/pList1" loCatId="list" qsTypeId="urn:microsoft.com/office/officeart/2005/8/quickstyle/simple4" qsCatId="simple" csTypeId="urn:microsoft.com/office/officeart/2005/8/colors/accent0_1" csCatId="mainScheme" phldr="1"/>
      <dgm:spPr/>
    </dgm:pt>
    <dgm:pt modelId="{FAC9815B-2868-41E9-8BA2-309D85E34A5F}">
      <dgm:prSet phldrT="[Text]"/>
      <dgm:spPr/>
      <dgm:t>
        <a:bodyPr/>
        <a:lstStyle/>
        <a:p>
          <a:endParaRPr lang="en-US" dirty="0"/>
        </a:p>
      </dgm:t>
    </dgm:pt>
    <dgm:pt modelId="{26B814B5-1AE8-44CA-86E7-F5A8894DA342}" type="sibTrans" cxnId="{4E926D61-15B3-4A54-B4AF-E19B82B31413}">
      <dgm:prSet/>
      <dgm:spPr/>
      <dgm:t>
        <a:bodyPr/>
        <a:lstStyle/>
        <a:p>
          <a:endParaRPr lang="en-US"/>
        </a:p>
      </dgm:t>
    </dgm:pt>
    <dgm:pt modelId="{132B175A-E237-49C8-8C8F-E31B197D3D2B}" type="parTrans" cxnId="{4E926D61-15B3-4A54-B4AF-E19B82B31413}">
      <dgm:prSet/>
      <dgm:spPr/>
      <dgm:t>
        <a:bodyPr/>
        <a:lstStyle/>
        <a:p>
          <a:endParaRPr lang="en-US"/>
        </a:p>
      </dgm:t>
    </dgm:pt>
    <dgm:pt modelId="{911C7045-FB6D-416F-B969-BA34834226AF}" type="pres">
      <dgm:prSet presAssocID="{97F714AF-F170-4292-9B94-4547BAE0499A}" presName="Name0" presStyleCnt="0">
        <dgm:presLayoutVars>
          <dgm:dir/>
          <dgm:resizeHandles val="exact"/>
        </dgm:presLayoutVars>
      </dgm:prSet>
      <dgm:spPr/>
    </dgm:pt>
    <dgm:pt modelId="{EA76E832-4C2E-4F91-AED5-57BD1113B522}" type="pres">
      <dgm:prSet presAssocID="{FAC9815B-2868-41E9-8BA2-309D85E34A5F}" presName="compNode" presStyleCnt="0"/>
      <dgm:spPr/>
    </dgm:pt>
    <dgm:pt modelId="{BB844095-06D2-45ED-903D-682654ABE22B}" type="pres">
      <dgm:prSet presAssocID="{FAC9815B-2868-41E9-8BA2-309D85E34A5F}" presName="pictRect" presStyleLbl="node1" presStyleIdx="0" presStyleCnt="1" custScaleX="212276" custScaleY="207965" custLinFactNeighborX="-1327" custLinFactNeighborY="1957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D299488A-CB2A-4F15-9E41-CAC3D06AC652}" type="pres">
      <dgm:prSet presAssocID="{FAC9815B-2868-41E9-8BA2-309D85E34A5F}" presName="textRect" presStyleLbl="revTx" presStyleIdx="0" presStyleCnt="1" custScaleX="101289" custLinFactNeighborX="1595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E926D61-15B3-4A54-B4AF-E19B82B31413}" srcId="{97F714AF-F170-4292-9B94-4547BAE0499A}" destId="{FAC9815B-2868-41E9-8BA2-309D85E34A5F}" srcOrd="0" destOrd="0" parTransId="{132B175A-E237-49C8-8C8F-E31B197D3D2B}" sibTransId="{26B814B5-1AE8-44CA-86E7-F5A8894DA342}"/>
    <dgm:cxn modelId="{1A700EA8-64D4-4CEE-B635-64B81E59E42D}" type="presOf" srcId="{97F714AF-F170-4292-9B94-4547BAE0499A}" destId="{911C7045-FB6D-416F-B969-BA34834226AF}" srcOrd="0" destOrd="0" presId="urn:microsoft.com/office/officeart/2005/8/layout/pList1"/>
    <dgm:cxn modelId="{1C1F7E0E-CE06-41E9-B513-24A7CE883C40}" type="presOf" srcId="{FAC9815B-2868-41E9-8BA2-309D85E34A5F}" destId="{D299488A-CB2A-4F15-9E41-CAC3D06AC652}" srcOrd="0" destOrd="0" presId="urn:microsoft.com/office/officeart/2005/8/layout/pList1"/>
    <dgm:cxn modelId="{F2903A39-26FC-4DDC-B0C4-5658F0CF39F8}" type="presParOf" srcId="{911C7045-FB6D-416F-B969-BA34834226AF}" destId="{EA76E832-4C2E-4F91-AED5-57BD1113B522}" srcOrd="0" destOrd="0" presId="urn:microsoft.com/office/officeart/2005/8/layout/pList1"/>
    <dgm:cxn modelId="{9FE71C8C-40C4-4FB8-B82B-083AC4849481}" type="presParOf" srcId="{EA76E832-4C2E-4F91-AED5-57BD1113B522}" destId="{BB844095-06D2-45ED-903D-682654ABE22B}" srcOrd="0" destOrd="0" presId="urn:microsoft.com/office/officeart/2005/8/layout/pList1"/>
    <dgm:cxn modelId="{0B080721-60D3-4956-9D82-878DF2B057B5}" type="presParOf" srcId="{EA76E832-4C2E-4F91-AED5-57BD1113B522}" destId="{D299488A-CB2A-4F15-9E41-CAC3D06AC652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6A5291-4285-454E-80EC-9AB433A838BA}" type="doc">
      <dgm:prSet loTypeId="urn:microsoft.com/office/officeart/2005/8/layout/pList1" loCatId="list" qsTypeId="urn:microsoft.com/office/officeart/2005/8/quickstyle/simple1" qsCatId="simple" csTypeId="urn:microsoft.com/office/officeart/2005/8/colors/accent0_1" csCatId="mainScheme" phldr="1"/>
      <dgm:spPr/>
    </dgm:pt>
    <dgm:pt modelId="{BA376129-A2A5-4477-8623-630645B69B79}">
      <dgm:prSet phldrT="[Text]"/>
      <dgm:spPr/>
      <dgm:t>
        <a:bodyPr/>
        <a:lstStyle/>
        <a:p>
          <a:endParaRPr lang="en-US" dirty="0"/>
        </a:p>
      </dgm:t>
    </dgm:pt>
    <dgm:pt modelId="{BAD7F4FE-0621-4E56-B04E-6EBB845A44A5}" type="sibTrans" cxnId="{C030ECFA-9AD7-48D3-891F-1743229BBB8E}">
      <dgm:prSet/>
      <dgm:spPr/>
      <dgm:t>
        <a:bodyPr/>
        <a:lstStyle/>
        <a:p>
          <a:endParaRPr lang="en-US"/>
        </a:p>
      </dgm:t>
    </dgm:pt>
    <dgm:pt modelId="{08DBCB70-0FB9-4B94-A000-258A3DF0C66F}" type="parTrans" cxnId="{C030ECFA-9AD7-48D3-891F-1743229BBB8E}">
      <dgm:prSet/>
      <dgm:spPr/>
      <dgm:t>
        <a:bodyPr/>
        <a:lstStyle/>
        <a:p>
          <a:endParaRPr lang="en-US"/>
        </a:p>
      </dgm:t>
    </dgm:pt>
    <dgm:pt modelId="{97E0D28D-A8B9-4FC3-80FB-FAFA0E4EFC24}" type="pres">
      <dgm:prSet presAssocID="{F26A5291-4285-454E-80EC-9AB433A838BA}" presName="Name0" presStyleCnt="0">
        <dgm:presLayoutVars>
          <dgm:dir/>
          <dgm:resizeHandles val="exact"/>
        </dgm:presLayoutVars>
      </dgm:prSet>
      <dgm:spPr/>
    </dgm:pt>
    <dgm:pt modelId="{02699C75-2DA9-4F97-BFE7-16F72B2F57D9}" type="pres">
      <dgm:prSet presAssocID="{BA376129-A2A5-4477-8623-630645B69B79}" presName="compNode" presStyleCnt="0"/>
      <dgm:spPr/>
    </dgm:pt>
    <dgm:pt modelId="{62BFC0A9-C6D0-4D98-9FDE-DDD2818117D7}" type="pres">
      <dgm:prSet presAssocID="{BA376129-A2A5-4477-8623-630645B69B79}" presName="pictRect" presStyleLbl="node1" presStyleIdx="0" presStyleCnt="1" custScaleX="276732" custScaleY="208488" custLinFactX="-100000" custLinFactY="-76782" custLinFactNeighborX="-112088" custLinFactNeighborY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354EAFD8-8E97-47CD-87F8-C0C1B8DAA9E7}" type="pres">
      <dgm:prSet presAssocID="{BA376129-A2A5-4477-8623-630645B69B79}" presName="textRec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7D4B8E6-DA87-4D61-BC02-2FF0AD743CDA}" type="presOf" srcId="{BA376129-A2A5-4477-8623-630645B69B79}" destId="{354EAFD8-8E97-47CD-87F8-C0C1B8DAA9E7}" srcOrd="0" destOrd="0" presId="urn:microsoft.com/office/officeart/2005/8/layout/pList1"/>
    <dgm:cxn modelId="{C030ECFA-9AD7-48D3-891F-1743229BBB8E}" srcId="{F26A5291-4285-454E-80EC-9AB433A838BA}" destId="{BA376129-A2A5-4477-8623-630645B69B79}" srcOrd="0" destOrd="0" parTransId="{08DBCB70-0FB9-4B94-A000-258A3DF0C66F}" sibTransId="{BAD7F4FE-0621-4E56-B04E-6EBB845A44A5}"/>
    <dgm:cxn modelId="{C3539B21-46FB-4A8D-8669-6FE45B307AF7}" type="presOf" srcId="{F26A5291-4285-454E-80EC-9AB433A838BA}" destId="{97E0D28D-A8B9-4FC3-80FB-FAFA0E4EFC24}" srcOrd="0" destOrd="0" presId="urn:microsoft.com/office/officeart/2005/8/layout/pList1"/>
    <dgm:cxn modelId="{C7CD8FC9-1494-4317-814C-BBCB55489210}" type="presParOf" srcId="{97E0D28D-A8B9-4FC3-80FB-FAFA0E4EFC24}" destId="{02699C75-2DA9-4F97-BFE7-16F72B2F57D9}" srcOrd="0" destOrd="0" presId="urn:microsoft.com/office/officeart/2005/8/layout/pList1"/>
    <dgm:cxn modelId="{5D846018-50F7-4D9D-9A5A-9EC7FDE26018}" type="presParOf" srcId="{02699C75-2DA9-4F97-BFE7-16F72B2F57D9}" destId="{62BFC0A9-C6D0-4D98-9FDE-DDD2818117D7}" srcOrd="0" destOrd="0" presId="urn:microsoft.com/office/officeart/2005/8/layout/pList1"/>
    <dgm:cxn modelId="{74CB203C-B152-4D9A-AFFA-4D86244CC23B}" type="presParOf" srcId="{02699C75-2DA9-4F97-BFE7-16F72B2F57D9}" destId="{354EAFD8-8E97-47CD-87F8-C0C1B8DAA9E7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0B888A-D9F8-41E7-B936-845044CFB49C}" type="doc">
      <dgm:prSet loTypeId="urn:microsoft.com/office/officeart/2005/8/layout/pList1" loCatId="list" qsTypeId="urn:microsoft.com/office/officeart/2005/8/quickstyle/simple1" qsCatId="simple" csTypeId="urn:microsoft.com/office/officeart/2005/8/colors/accent0_2" csCatId="mainScheme" phldr="1"/>
      <dgm:spPr/>
    </dgm:pt>
    <dgm:pt modelId="{87FD608E-9A26-47BD-A426-E48930598BAB}">
      <dgm:prSet phldrT="[Text]"/>
      <dgm:spPr/>
      <dgm:t>
        <a:bodyPr/>
        <a:lstStyle/>
        <a:p>
          <a:endParaRPr lang="en-US" dirty="0"/>
        </a:p>
      </dgm:t>
    </dgm:pt>
    <dgm:pt modelId="{A0F1A286-3325-46A3-A202-CA09DB3891B3}" type="parTrans" cxnId="{00C26D94-2D37-4EF0-BB19-FFD8EB424087}">
      <dgm:prSet/>
      <dgm:spPr/>
      <dgm:t>
        <a:bodyPr/>
        <a:lstStyle/>
        <a:p>
          <a:endParaRPr lang="en-US"/>
        </a:p>
      </dgm:t>
    </dgm:pt>
    <dgm:pt modelId="{E361D76C-3060-4163-BC80-82A90C6E5700}" type="sibTrans" cxnId="{00C26D94-2D37-4EF0-BB19-FFD8EB424087}">
      <dgm:prSet/>
      <dgm:spPr/>
      <dgm:t>
        <a:bodyPr/>
        <a:lstStyle/>
        <a:p>
          <a:endParaRPr lang="en-US"/>
        </a:p>
      </dgm:t>
    </dgm:pt>
    <dgm:pt modelId="{F01397D1-D19C-4CD4-8BF2-EAEF0F73C9E3}" type="pres">
      <dgm:prSet presAssocID="{6A0B888A-D9F8-41E7-B936-845044CFB49C}" presName="Name0" presStyleCnt="0">
        <dgm:presLayoutVars>
          <dgm:dir/>
          <dgm:resizeHandles val="exact"/>
        </dgm:presLayoutVars>
      </dgm:prSet>
      <dgm:spPr/>
    </dgm:pt>
    <dgm:pt modelId="{734458D2-E822-4A79-B419-E8A82DFC1DEA}" type="pres">
      <dgm:prSet presAssocID="{87FD608E-9A26-47BD-A426-E48930598BAB}" presName="compNode" presStyleCnt="0"/>
      <dgm:spPr/>
    </dgm:pt>
    <dgm:pt modelId="{C52424E6-AA2F-44C3-B1C7-01B77F2FADC9}" type="pres">
      <dgm:prSet presAssocID="{87FD608E-9A26-47BD-A426-E48930598BAB}" presName="pictRect" presStyleLbl="node1" presStyleIdx="0" presStyleCnt="1" custScaleX="225091" custScaleY="207879" custLinFactY="100000" custLinFactNeighborX="18941" custLinFactNeighborY="15221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4868013D-BA83-42E2-993A-DCC7B63E7BC3}" type="pres">
      <dgm:prSet presAssocID="{87FD608E-9A26-47BD-A426-E48930598BAB}" presName="textRec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A082C73-0D3A-490E-851C-5ECDCD4865D2}" type="presOf" srcId="{87FD608E-9A26-47BD-A426-E48930598BAB}" destId="{4868013D-BA83-42E2-993A-DCC7B63E7BC3}" srcOrd="0" destOrd="0" presId="urn:microsoft.com/office/officeart/2005/8/layout/pList1"/>
    <dgm:cxn modelId="{8F4FA98C-96D2-4CEE-B469-AD59473B440E}" type="presOf" srcId="{6A0B888A-D9F8-41E7-B936-845044CFB49C}" destId="{F01397D1-D19C-4CD4-8BF2-EAEF0F73C9E3}" srcOrd="0" destOrd="0" presId="urn:microsoft.com/office/officeart/2005/8/layout/pList1"/>
    <dgm:cxn modelId="{00C26D94-2D37-4EF0-BB19-FFD8EB424087}" srcId="{6A0B888A-D9F8-41E7-B936-845044CFB49C}" destId="{87FD608E-9A26-47BD-A426-E48930598BAB}" srcOrd="0" destOrd="0" parTransId="{A0F1A286-3325-46A3-A202-CA09DB3891B3}" sibTransId="{E361D76C-3060-4163-BC80-82A90C6E5700}"/>
    <dgm:cxn modelId="{C3E72A96-4018-4DA2-8454-3D2E5852CEEA}" type="presParOf" srcId="{F01397D1-D19C-4CD4-8BF2-EAEF0F73C9E3}" destId="{734458D2-E822-4A79-B419-E8A82DFC1DEA}" srcOrd="0" destOrd="0" presId="urn:microsoft.com/office/officeart/2005/8/layout/pList1"/>
    <dgm:cxn modelId="{C230D86A-5335-4EC5-8A65-FBBE095E661D}" type="presParOf" srcId="{734458D2-E822-4A79-B419-E8A82DFC1DEA}" destId="{C52424E6-AA2F-44C3-B1C7-01B77F2FADC9}" srcOrd="0" destOrd="0" presId="urn:microsoft.com/office/officeart/2005/8/layout/pList1"/>
    <dgm:cxn modelId="{9B394247-8201-4884-A4AA-28CAF46C27B9}" type="presParOf" srcId="{734458D2-E822-4A79-B419-E8A82DFC1DEA}" destId="{4868013D-BA83-42E2-993A-DCC7B63E7BC3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44095-06D2-45ED-903D-682654ABE22B}">
      <dsp:nvSpPr>
        <dsp:cNvPr id="0" name=""/>
        <dsp:cNvSpPr/>
      </dsp:nvSpPr>
      <dsp:spPr>
        <a:xfrm>
          <a:off x="7107" y="91"/>
          <a:ext cx="2526078" cy="1705121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99488A-CB2A-4F15-9E41-CAC3D06AC652}">
      <dsp:nvSpPr>
        <dsp:cNvPr id="0" name=""/>
        <dsp:cNvSpPr/>
      </dsp:nvSpPr>
      <dsp:spPr>
        <a:xfrm>
          <a:off x="873157" y="1262560"/>
          <a:ext cx="1205336" cy="441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/>
        </a:p>
      </dsp:txBody>
      <dsp:txXfrm>
        <a:off x="873157" y="1262560"/>
        <a:ext cx="1205336" cy="4414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FC0A9-C6D0-4D98-9FDE-DDD2818117D7}">
      <dsp:nvSpPr>
        <dsp:cNvPr id="0" name=""/>
        <dsp:cNvSpPr/>
      </dsp:nvSpPr>
      <dsp:spPr>
        <a:xfrm>
          <a:off x="0" y="0"/>
          <a:ext cx="2865825" cy="1487615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EAFD8-8E97-47CD-87F8-C0C1B8DAA9E7}">
      <dsp:nvSpPr>
        <dsp:cNvPr id="0" name=""/>
        <dsp:cNvSpPr/>
      </dsp:nvSpPr>
      <dsp:spPr>
        <a:xfrm>
          <a:off x="915845" y="1121911"/>
          <a:ext cx="1035595" cy="3842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915845" y="1121911"/>
        <a:ext cx="1035595" cy="384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424E6-AA2F-44C3-B1C7-01B77F2FADC9}">
      <dsp:nvSpPr>
        <dsp:cNvPr id="0" name=""/>
        <dsp:cNvSpPr/>
      </dsp:nvSpPr>
      <dsp:spPr>
        <a:xfrm>
          <a:off x="30104" y="356"/>
          <a:ext cx="2646794" cy="1684193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8013D-BA83-42E2-993A-DCC7B63E7BC3}">
      <dsp:nvSpPr>
        <dsp:cNvPr id="0" name=""/>
        <dsp:cNvSpPr/>
      </dsp:nvSpPr>
      <dsp:spPr>
        <a:xfrm>
          <a:off x="750510" y="1247364"/>
          <a:ext cx="1175877" cy="43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/>
        </a:p>
      </dsp:txBody>
      <dsp:txXfrm>
        <a:off x="750510" y="1247364"/>
        <a:ext cx="1175877" cy="436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04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image" Target="../media/image4.png"/><Relationship Id="rId21" Type="http://schemas.openxmlformats.org/officeDocument/2006/relationships/diagramLayout" Target="../diagrams/layout4.xml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notesSlide" Target="../notesSlides/notesSlide3.xml"/><Relationship Id="rId16" Type="http://schemas.openxmlformats.org/officeDocument/2006/relationships/diagramLayout" Target="../diagrams/layout3.xml"/><Relationship Id="rId20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24" Type="http://schemas.microsoft.com/office/2007/relationships/diagramDrawing" Target="../diagrams/drawing4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23" Type="http://schemas.openxmlformats.org/officeDocument/2006/relationships/diagramColors" Target="../diagrams/colors4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image" Target="../media/image5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Relationship Id="rId22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79846" y="29100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chemeClr val="accent2"/>
                </a:solidFill>
                <a:latin typeface="Broadway" panose="04040905080B02020502" pitchFamily="82" charset="0"/>
                <a:ea typeface="Saira Medium" pitchFamily="34" charset="-122"/>
                <a:cs typeface="Saira Medium" pitchFamily="34" charset="-120"/>
              </a:rPr>
              <a:t>Movie Flix</a:t>
            </a:r>
            <a:endParaRPr lang="en-US" sz="4450" dirty="0">
              <a:solidFill>
                <a:schemeClr val="accent2"/>
              </a:solidFill>
              <a:latin typeface="Broadway" panose="04040905080B02020502" pitchFamily="8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002280" y="3958947"/>
            <a:ext cx="862584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Your Ultimate Movie Booking Destination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486608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"Book Your Seat to the Story."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719" y="2539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We Will Cover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52830" y="10752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452830" y="1430316"/>
            <a:ext cx="1840919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452831" y="1604623"/>
            <a:ext cx="2367862" cy="295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Introduction</a:t>
            </a: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&amp; </a:t>
            </a:r>
            <a:r>
              <a:rPr lang="en-US" sz="2200" dirty="0">
                <a:solidFill>
                  <a:schemeClr val="bg1"/>
                </a:solidFill>
              </a:rPr>
              <a:t>Vision</a:t>
            </a:r>
          </a:p>
        </p:txBody>
      </p:sp>
      <p:sp>
        <p:nvSpPr>
          <p:cNvPr id="6" name="Text 4"/>
          <p:cNvSpPr/>
          <p:nvPr/>
        </p:nvSpPr>
        <p:spPr>
          <a:xfrm>
            <a:off x="3602407" y="1075271"/>
            <a:ext cx="196615" cy="30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558674" y="1430315"/>
            <a:ext cx="2284188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8" name="Text 6"/>
          <p:cNvSpPr/>
          <p:nvPr/>
        </p:nvSpPr>
        <p:spPr>
          <a:xfrm>
            <a:off x="3545731" y="1604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Index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353309" y="1087848"/>
            <a:ext cx="213597" cy="27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353309" y="1430314"/>
            <a:ext cx="1925082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1" name="Text 9"/>
          <p:cNvSpPr/>
          <p:nvPr/>
        </p:nvSpPr>
        <p:spPr>
          <a:xfrm>
            <a:off x="6353309" y="1598993"/>
            <a:ext cx="2835235" cy="30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 err="1">
                <a:solidFill>
                  <a:schemeClr val="bg1"/>
                </a:solidFill>
              </a:rPr>
              <a:t>Navbar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16491" y="10878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 flipV="1">
            <a:off x="8788839" y="1408361"/>
            <a:ext cx="1795257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4" name="Text 12"/>
          <p:cNvSpPr/>
          <p:nvPr/>
        </p:nvSpPr>
        <p:spPr>
          <a:xfrm>
            <a:off x="8769395" y="1598993"/>
            <a:ext cx="349650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Footer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9" name="Text 10"/>
          <p:cNvSpPr/>
          <p:nvPr/>
        </p:nvSpPr>
        <p:spPr>
          <a:xfrm>
            <a:off x="11061163" y="100777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40" name="Shape 11"/>
          <p:cNvSpPr/>
          <p:nvPr/>
        </p:nvSpPr>
        <p:spPr>
          <a:xfrm flipV="1">
            <a:off x="11033511" y="1328288"/>
            <a:ext cx="1795257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41" name="Text 12"/>
          <p:cNvSpPr/>
          <p:nvPr/>
        </p:nvSpPr>
        <p:spPr>
          <a:xfrm>
            <a:off x="11014067" y="1518920"/>
            <a:ext cx="349650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Home Page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2" name="Text 1"/>
          <p:cNvSpPr/>
          <p:nvPr/>
        </p:nvSpPr>
        <p:spPr>
          <a:xfrm>
            <a:off x="431409" y="24339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06</a:t>
            </a:r>
            <a:endParaRPr lang="en-US" sz="1750" dirty="0"/>
          </a:p>
        </p:txBody>
      </p:sp>
      <p:sp>
        <p:nvSpPr>
          <p:cNvPr id="43" name="Shape 2"/>
          <p:cNvSpPr/>
          <p:nvPr/>
        </p:nvSpPr>
        <p:spPr>
          <a:xfrm>
            <a:off x="431409" y="2881990"/>
            <a:ext cx="1840919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44" name="Text 3"/>
          <p:cNvSpPr/>
          <p:nvPr/>
        </p:nvSpPr>
        <p:spPr>
          <a:xfrm>
            <a:off x="431410" y="3056297"/>
            <a:ext cx="2367862" cy="295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About Us page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5" name="Text 4"/>
          <p:cNvSpPr/>
          <p:nvPr/>
        </p:nvSpPr>
        <p:spPr>
          <a:xfrm>
            <a:off x="3580986" y="2433957"/>
            <a:ext cx="196615" cy="30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07</a:t>
            </a:r>
            <a:endParaRPr lang="en-US" sz="1750" dirty="0"/>
          </a:p>
        </p:txBody>
      </p:sp>
      <p:sp>
        <p:nvSpPr>
          <p:cNvPr id="46" name="Shape 5"/>
          <p:cNvSpPr/>
          <p:nvPr/>
        </p:nvSpPr>
        <p:spPr>
          <a:xfrm>
            <a:off x="3537253" y="2881989"/>
            <a:ext cx="2284188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47" name="Text 6"/>
          <p:cNvSpPr/>
          <p:nvPr/>
        </p:nvSpPr>
        <p:spPr>
          <a:xfrm>
            <a:off x="3524311" y="3056296"/>
            <a:ext cx="2551026" cy="373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Movies &amp; Movies </a:t>
            </a:r>
            <a:br>
              <a:rPr lang="en-US" sz="2200" dirty="0" smtClean="0">
                <a:solidFill>
                  <a:schemeClr val="bg1"/>
                </a:solidFill>
              </a:rPr>
            </a:br>
            <a:r>
              <a:rPr lang="en-US" sz="2200" dirty="0" smtClean="0">
                <a:solidFill>
                  <a:schemeClr val="bg1"/>
                </a:solidFill>
              </a:rPr>
              <a:t>Details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smtClean="0">
                <a:solidFill>
                  <a:schemeClr val="bg1"/>
                </a:solidFill>
              </a:rPr>
              <a:t>page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8" name="Text 7"/>
          <p:cNvSpPr/>
          <p:nvPr/>
        </p:nvSpPr>
        <p:spPr>
          <a:xfrm>
            <a:off x="6353309" y="2446536"/>
            <a:ext cx="213597" cy="27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08</a:t>
            </a:r>
            <a:endParaRPr lang="en-US" sz="1750" dirty="0"/>
          </a:p>
        </p:txBody>
      </p:sp>
      <p:sp>
        <p:nvSpPr>
          <p:cNvPr id="49" name="Shape 8"/>
          <p:cNvSpPr/>
          <p:nvPr/>
        </p:nvSpPr>
        <p:spPr>
          <a:xfrm>
            <a:off x="6353309" y="2881990"/>
            <a:ext cx="1925082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0" name="Text 9"/>
          <p:cNvSpPr/>
          <p:nvPr/>
        </p:nvSpPr>
        <p:spPr>
          <a:xfrm>
            <a:off x="6353309" y="3050669"/>
            <a:ext cx="2835235" cy="30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Blog &amp; Blog details </a:t>
            </a:r>
            <a:br>
              <a:rPr lang="en-US" sz="2200" dirty="0" smtClean="0">
                <a:solidFill>
                  <a:schemeClr val="bg1"/>
                </a:solidFill>
              </a:rPr>
            </a:br>
            <a:r>
              <a:rPr lang="en-US" sz="2200" dirty="0" smtClean="0">
                <a:solidFill>
                  <a:schemeClr val="bg1"/>
                </a:solidFill>
              </a:rPr>
              <a:t>page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1" name="Text 10"/>
          <p:cNvSpPr/>
          <p:nvPr/>
        </p:nvSpPr>
        <p:spPr>
          <a:xfrm>
            <a:off x="8816491" y="24465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09</a:t>
            </a:r>
            <a:endParaRPr lang="en-US" sz="1750" dirty="0"/>
          </a:p>
        </p:txBody>
      </p:sp>
      <p:sp>
        <p:nvSpPr>
          <p:cNvPr id="52" name="Shape 11"/>
          <p:cNvSpPr/>
          <p:nvPr/>
        </p:nvSpPr>
        <p:spPr>
          <a:xfrm flipV="1">
            <a:off x="8788839" y="2860037"/>
            <a:ext cx="1795257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3" name="Text 12"/>
          <p:cNvSpPr/>
          <p:nvPr/>
        </p:nvSpPr>
        <p:spPr>
          <a:xfrm>
            <a:off x="8769395" y="3050669"/>
            <a:ext cx="349650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Contact page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4" name="Text 10"/>
          <p:cNvSpPr/>
          <p:nvPr/>
        </p:nvSpPr>
        <p:spPr>
          <a:xfrm>
            <a:off x="11061163" y="23664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</a:rPr>
              <a:t>10</a:t>
            </a:r>
            <a:endParaRPr lang="en-US" sz="1750" dirty="0"/>
          </a:p>
        </p:txBody>
      </p:sp>
      <p:sp>
        <p:nvSpPr>
          <p:cNvPr id="55" name="Shape 11"/>
          <p:cNvSpPr/>
          <p:nvPr/>
        </p:nvSpPr>
        <p:spPr>
          <a:xfrm flipV="1">
            <a:off x="11033511" y="2779964"/>
            <a:ext cx="1795257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6" name="Text 12"/>
          <p:cNvSpPr/>
          <p:nvPr/>
        </p:nvSpPr>
        <p:spPr>
          <a:xfrm>
            <a:off x="11014067" y="2769122"/>
            <a:ext cx="349650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 smtClean="0">
                <a:solidFill>
                  <a:schemeClr val="bg1"/>
                </a:solidFill>
              </a:rPr>
              <a:t>Faq’s</a:t>
            </a:r>
            <a:r>
              <a:rPr lang="en-US" sz="2200" dirty="0" smtClean="0">
                <a:solidFill>
                  <a:schemeClr val="bg1"/>
                </a:solidFill>
              </a:rPr>
              <a:t> Page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7" name="Text 1"/>
          <p:cNvSpPr/>
          <p:nvPr/>
        </p:nvSpPr>
        <p:spPr>
          <a:xfrm>
            <a:off x="431409" y="404381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</a:rPr>
              <a:t>11</a:t>
            </a:r>
            <a:endParaRPr lang="en-US" sz="1750" dirty="0"/>
          </a:p>
        </p:txBody>
      </p:sp>
      <p:sp>
        <p:nvSpPr>
          <p:cNvPr id="58" name="Shape 2"/>
          <p:cNvSpPr/>
          <p:nvPr/>
        </p:nvSpPr>
        <p:spPr>
          <a:xfrm>
            <a:off x="431409" y="4398855"/>
            <a:ext cx="1840919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9" name="Text 3"/>
          <p:cNvSpPr/>
          <p:nvPr/>
        </p:nvSpPr>
        <p:spPr>
          <a:xfrm>
            <a:off x="431410" y="4573162"/>
            <a:ext cx="2367862" cy="295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Ticket page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0" name="Text 4"/>
          <p:cNvSpPr/>
          <p:nvPr/>
        </p:nvSpPr>
        <p:spPr>
          <a:xfrm>
            <a:off x="3580986" y="4043810"/>
            <a:ext cx="196615" cy="30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1</a:t>
            </a: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2</a:t>
            </a:r>
            <a:endParaRPr lang="en-US" sz="1750" dirty="0"/>
          </a:p>
        </p:txBody>
      </p:sp>
      <p:sp>
        <p:nvSpPr>
          <p:cNvPr id="61" name="Shape 5"/>
          <p:cNvSpPr/>
          <p:nvPr/>
        </p:nvSpPr>
        <p:spPr>
          <a:xfrm>
            <a:off x="3537253" y="4398854"/>
            <a:ext cx="2284188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62" name="Text 6"/>
          <p:cNvSpPr/>
          <p:nvPr/>
        </p:nvSpPr>
        <p:spPr>
          <a:xfrm>
            <a:off x="3524310" y="4573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Logout &amp; login sign up</a:t>
            </a:r>
            <a:br>
              <a:rPr lang="en-US" sz="2200" dirty="0" smtClean="0">
                <a:solidFill>
                  <a:schemeClr val="bg1"/>
                </a:solidFill>
              </a:rPr>
            </a:br>
            <a:r>
              <a:rPr lang="en-US" sz="2200" dirty="0" smtClean="0">
                <a:solidFill>
                  <a:schemeClr val="bg1"/>
                </a:solidFill>
              </a:rPr>
              <a:t>page’s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3" name="Text 7"/>
          <p:cNvSpPr/>
          <p:nvPr/>
        </p:nvSpPr>
        <p:spPr>
          <a:xfrm>
            <a:off x="6331888" y="4056387"/>
            <a:ext cx="213597" cy="27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13</a:t>
            </a:r>
            <a:endParaRPr lang="en-US" sz="1750" dirty="0"/>
          </a:p>
        </p:txBody>
      </p:sp>
      <p:sp>
        <p:nvSpPr>
          <p:cNvPr id="64" name="Shape 8"/>
          <p:cNvSpPr/>
          <p:nvPr/>
        </p:nvSpPr>
        <p:spPr>
          <a:xfrm>
            <a:off x="6331888" y="4398853"/>
            <a:ext cx="2856656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65" name="Text 9"/>
          <p:cNvSpPr/>
          <p:nvPr/>
        </p:nvSpPr>
        <p:spPr>
          <a:xfrm>
            <a:off x="6331888" y="4567532"/>
            <a:ext cx="2835235" cy="30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Admin Panel  (</a:t>
            </a:r>
            <a:r>
              <a:rPr lang="en-US" sz="2200" dirty="0" err="1" smtClean="0">
                <a:solidFill>
                  <a:schemeClr val="bg1"/>
                </a:solidFill>
              </a:rPr>
              <a:t>Deshboard</a:t>
            </a:r>
            <a:r>
              <a:rPr lang="en-US" sz="2200" dirty="0" smtClean="0">
                <a:solidFill>
                  <a:schemeClr val="bg1"/>
                </a:solidFill>
              </a:rPr>
              <a:t>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6" name="Text 10"/>
          <p:cNvSpPr/>
          <p:nvPr/>
        </p:nvSpPr>
        <p:spPr>
          <a:xfrm>
            <a:off x="10220915" y="40563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1</a:t>
            </a:r>
            <a:r>
              <a:rPr lang="en-US" sz="1750" dirty="0" smtClean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4</a:t>
            </a:r>
            <a:endParaRPr lang="en-US" sz="1750" dirty="0"/>
          </a:p>
        </p:txBody>
      </p:sp>
      <p:sp>
        <p:nvSpPr>
          <p:cNvPr id="67" name="Shape 11"/>
          <p:cNvSpPr/>
          <p:nvPr/>
        </p:nvSpPr>
        <p:spPr>
          <a:xfrm flipV="1">
            <a:off x="10193263" y="4376900"/>
            <a:ext cx="1795257" cy="45719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68" name="Text 12"/>
          <p:cNvSpPr/>
          <p:nvPr/>
        </p:nvSpPr>
        <p:spPr>
          <a:xfrm>
            <a:off x="10173819" y="4567532"/>
            <a:ext cx="349650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Responsiveness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2" name="Text 2"/>
          <p:cNvSpPr/>
          <p:nvPr/>
        </p:nvSpPr>
        <p:spPr>
          <a:xfrm>
            <a:off x="638810" y="5780909"/>
            <a:ext cx="12946459" cy="604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chemeClr val="bg1"/>
                </a:solidFill>
              </a:rPr>
              <a:t>Ye </a:t>
            </a:r>
            <a:r>
              <a:rPr lang="en-US" sz="1750" dirty="0" err="1" smtClean="0">
                <a:solidFill>
                  <a:schemeClr val="bg1"/>
                </a:solidFill>
              </a:rPr>
              <a:t>humari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poori</a:t>
            </a:r>
            <a:r>
              <a:rPr lang="en-US" sz="1750" dirty="0" smtClean="0">
                <a:solidFill>
                  <a:schemeClr val="bg1"/>
                </a:solidFill>
              </a:rPr>
              <a:t> website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shuta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sa</a:t>
            </a:r>
            <a:r>
              <a:rPr lang="en-US" sz="1750" dirty="0" smtClean="0">
                <a:solidFill>
                  <a:schemeClr val="bg1"/>
                </a:solidFill>
              </a:rPr>
              <a:t> overview hay </a:t>
            </a:r>
            <a:r>
              <a:rPr lang="en-US" sz="1750" dirty="0" err="1" smtClean="0">
                <a:solidFill>
                  <a:schemeClr val="bg1"/>
                </a:solidFill>
              </a:rPr>
              <a:t>jisna</a:t>
            </a:r>
            <a:r>
              <a:rPr lang="en-US" sz="1750" dirty="0" smtClean="0">
                <a:solidFill>
                  <a:schemeClr val="bg1"/>
                </a:solidFill>
              </a:rPr>
              <a:t> ho </a:t>
            </a:r>
            <a:r>
              <a:rPr lang="en-US" sz="1750" dirty="0" err="1" smtClean="0">
                <a:solidFill>
                  <a:schemeClr val="bg1"/>
                </a:solidFill>
              </a:rPr>
              <a:t>sakay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humnay</a:t>
            </a:r>
            <a:r>
              <a:rPr lang="en-US" sz="1750" dirty="0" smtClean="0">
                <a:solidFill>
                  <a:schemeClr val="bg1"/>
                </a:solidFill>
              </a:rPr>
              <a:t> describe </a:t>
            </a:r>
            <a:r>
              <a:rPr lang="en-US" sz="1750" dirty="0" err="1" smtClean="0">
                <a:solidFill>
                  <a:schemeClr val="bg1"/>
                </a:solidFill>
              </a:rPr>
              <a:t>kia</a:t>
            </a:r>
            <a:r>
              <a:rPr lang="en-US" sz="1750" dirty="0" smtClean="0">
                <a:solidFill>
                  <a:schemeClr val="bg1"/>
                </a:solidFill>
              </a:rPr>
              <a:t> or </a:t>
            </a:r>
            <a:r>
              <a:rPr lang="en-US" sz="1750" dirty="0" err="1" smtClean="0">
                <a:solidFill>
                  <a:schemeClr val="bg1"/>
                </a:solidFill>
              </a:rPr>
              <a:t>humari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poori</a:t>
            </a:r>
            <a:r>
              <a:rPr lang="en-US" sz="1750" dirty="0" smtClean="0">
                <a:solidFill>
                  <a:schemeClr val="bg1"/>
                </a:solidFill>
              </a:rPr>
              <a:t> website database </a:t>
            </a:r>
            <a:r>
              <a:rPr lang="en-US" sz="1750" dirty="0" err="1" smtClean="0">
                <a:solidFill>
                  <a:schemeClr val="bg1"/>
                </a:solidFill>
              </a:rPr>
              <a:t>kay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saath</a:t>
            </a:r>
            <a:r>
              <a:rPr lang="en-US" sz="1750" dirty="0" smtClean="0">
                <a:solidFill>
                  <a:schemeClr val="bg1"/>
                </a:solidFill>
              </a:rPr>
              <a:t> connect hay with </a:t>
            </a:r>
            <a:r>
              <a:rPr lang="en-US" sz="1750" dirty="0" err="1" smtClean="0">
                <a:solidFill>
                  <a:schemeClr val="bg1"/>
                </a:solidFill>
              </a:rPr>
              <a:t>desboard</a:t>
            </a:r>
            <a:r>
              <a:rPr lang="en-US" sz="1750" dirty="0" smtClean="0">
                <a:solidFill>
                  <a:schemeClr val="bg1"/>
                </a:solidFill>
              </a:rPr>
              <a:t/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admin panel </a:t>
            </a:r>
            <a:r>
              <a:rPr lang="en-US" sz="1750" dirty="0" err="1" smtClean="0">
                <a:solidFill>
                  <a:schemeClr val="bg1"/>
                </a:solidFill>
              </a:rPr>
              <a:t>kay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saath</a:t>
            </a:r>
            <a:r>
              <a:rPr lang="en-US" sz="1750" dirty="0" smtClean="0">
                <a:solidFill>
                  <a:schemeClr val="bg1"/>
                </a:solidFill>
              </a:rPr>
              <a:t> or fully animated &amp; hover effect say </a:t>
            </a:r>
            <a:r>
              <a:rPr lang="en-US" sz="1750" dirty="0" err="1" smtClean="0">
                <a:solidFill>
                  <a:schemeClr val="bg1"/>
                </a:solidFill>
              </a:rPr>
              <a:t>bhari</a:t>
            </a:r>
            <a:r>
              <a:rPr lang="en-US" sz="1750" dirty="0" smtClean="0">
                <a:solidFill>
                  <a:schemeClr val="bg1"/>
                </a:solidFill>
              </a:rPr>
              <a:t> hoi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ap</a:t>
            </a:r>
            <a:r>
              <a:rPr lang="en-US" sz="1750" dirty="0" smtClean="0">
                <a:solidFill>
                  <a:schemeClr val="bg1"/>
                </a:solidFill>
              </a:rPr>
              <a:t> movies ticket book </a:t>
            </a:r>
            <a:r>
              <a:rPr lang="en-US" sz="1750" dirty="0" err="1" smtClean="0">
                <a:solidFill>
                  <a:schemeClr val="bg1"/>
                </a:solidFill>
              </a:rPr>
              <a:t>ker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saktay</a:t>
            </a:r>
            <a:r>
              <a:rPr lang="en-US" sz="1750" dirty="0" smtClean="0">
                <a:solidFill>
                  <a:schemeClr val="bg1"/>
                </a:solidFill>
              </a:rPr>
              <a:t> hay or movies blogs tickets login sign in logout</a:t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err="1" smtClean="0">
                <a:solidFill>
                  <a:schemeClr val="bg1"/>
                </a:solidFill>
              </a:rPr>
              <a:t>contect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etc</a:t>
            </a:r>
            <a:r>
              <a:rPr lang="en-US" sz="1750" dirty="0" smtClean="0">
                <a:solidFill>
                  <a:schemeClr val="bg1"/>
                </a:solidFill>
              </a:rPr>
              <a:t> sab </a:t>
            </a:r>
            <a:r>
              <a:rPr lang="en-US" sz="1750" dirty="0" err="1" smtClean="0">
                <a:solidFill>
                  <a:schemeClr val="bg1"/>
                </a:solidFill>
              </a:rPr>
              <a:t>databses</a:t>
            </a:r>
            <a:r>
              <a:rPr lang="en-US" sz="1750" dirty="0" smtClean="0">
                <a:solidFill>
                  <a:schemeClr val="bg1"/>
                </a:solidFill>
              </a:rPr>
              <a:t> say connect hay or admin panel </a:t>
            </a:r>
            <a:r>
              <a:rPr lang="en-US" sz="1750" dirty="0" err="1" smtClean="0">
                <a:solidFill>
                  <a:schemeClr val="bg1"/>
                </a:solidFill>
              </a:rPr>
              <a:t>pr</a:t>
            </a:r>
            <a:r>
              <a:rPr lang="en-US" sz="1750" dirty="0" smtClean="0">
                <a:solidFill>
                  <a:schemeClr val="bg1"/>
                </a:solidFill>
              </a:rPr>
              <a:t> sab show </a:t>
            </a:r>
            <a:r>
              <a:rPr lang="en-US" sz="1750" dirty="0" err="1" smtClean="0">
                <a:solidFill>
                  <a:schemeClr val="bg1"/>
                </a:solidFill>
              </a:rPr>
              <a:t>hota</a:t>
            </a:r>
            <a:r>
              <a:rPr lang="en-US" sz="1750" dirty="0" smtClean="0">
                <a:solidFill>
                  <a:schemeClr val="bg1"/>
                </a:solidFill>
              </a:rPr>
              <a:t> hay user </a:t>
            </a:r>
            <a:r>
              <a:rPr lang="en-US" sz="1750" dirty="0" err="1" smtClean="0">
                <a:solidFill>
                  <a:schemeClr val="bg1"/>
                </a:solidFill>
              </a:rPr>
              <a:t>ki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dari</a:t>
            </a:r>
            <a:r>
              <a:rPr lang="en-US" sz="1750" dirty="0" smtClean="0">
                <a:solidFill>
                  <a:schemeClr val="bg1"/>
                </a:solidFill>
              </a:rPr>
              <a:t> details end alert animation hover java html </a:t>
            </a:r>
            <a:r>
              <a:rPr lang="en-US" sz="1750" dirty="0" err="1" smtClean="0">
                <a:solidFill>
                  <a:schemeClr val="bg1"/>
                </a:solidFill>
              </a:rPr>
              <a:t>css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php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sql</a:t>
            </a:r>
            <a:r>
              <a:rPr lang="en-US" sz="1750" dirty="0" smtClean="0">
                <a:solidFill>
                  <a:schemeClr val="bg1"/>
                </a:solidFill>
              </a:rPr>
              <a:t> database </a:t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err="1" smtClean="0">
                <a:solidFill>
                  <a:schemeClr val="bg1"/>
                </a:solidFill>
              </a:rPr>
              <a:t>etc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etc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user </a:t>
            </a:r>
            <a:r>
              <a:rPr lang="en-US" sz="1750" dirty="0" err="1" smtClean="0">
                <a:solidFill>
                  <a:schemeClr val="bg1"/>
                </a:solidFill>
              </a:rPr>
              <a:t>kia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r>
              <a:rPr lang="en-US" sz="1750" dirty="0" err="1" smtClean="0">
                <a:solidFill>
                  <a:schemeClr val="bg1"/>
                </a:solidFill>
              </a:rPr>
              <a:t>humnay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73" name="Shape 3"/>
          <p:cNvSpPr/>
          <p:nvPr/>
        </p:nvSpPr>
        <p:spPr>
          <a:xfrm flipH="1">
            <a:off x="438106" y="5763574"/>
            <a:ext cx="45719" cy="1598120"/>
          </a:xfrm>
          <a:prstGeom prst="rect">
            <a:avLst/>
          </a:prstGeom>
          <a:solidFill>
            <a:srgbClr val="FC833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291" y="19281"/>
            <a:ext cx="14806863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25271" y="698581"/>
            <a:ext cx="14733101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479846" y="12430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endParaRPr lang="en-US" sz="445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37589" y="2184201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Ye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humara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navbar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ismay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8 pages hay or logout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bhi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her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ek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cheez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navbar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di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gai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work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kerti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hover or animation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saath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b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</a:b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or her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ek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pages data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bse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say connected hay or pages me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droptown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or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uskay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under 2 pages hay ticket or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faqs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search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click </a:t>
            </a:r>
            <a:b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</a:b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kernay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say search bar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khulta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jese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niche pic me hay or bandy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click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kernay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say logout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option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ata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or logout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click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kernay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/>
            </a:r>
            <a:b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</a:b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say logout </a:t>
            </a: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hojata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hay or ye her page say connect hay her page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show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hoga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89" y="2291952"/>
            <a:ext cx="45719" cy="1365647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7" name="Text 4"/>
          <p:cNvSpPr/>
          <p:nvPr/>
        </p:nvSpPr>
        <p:spPr>
          <a:xfrm>
            <a:off x="5614035" y="350531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93790" y="42707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614035" y="49738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93790" y="57392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800" b="1" dirty="0" smtClean="0">
                <a:solidFill>
                  <a:srgbClr val="E5E0DF"/>
                </a:solidFill>
                <a:latin typeface="Chiller" panose="04020404031007020602" pitchFamily="82" charset="0"/>
                <a:ea typeface="Roboto" pitchFamily="34" charset="-122"/>
              </a:rPr>
              <a:t>Pages</a:t>
            </a:r>
            <a:r>
              <a:rPr lang="en-US" sz="2000" b="1" dirty="0" smtClean="0">
                <a:solidFill>
                  <a:srgbClr val="E5E0DF"/>
                </a:solidFill>
                <a:latin typeface="Chiller" panose="04020404031007020602" pitchFamily="82" charset="0"/>
                <a:ea typeface="Roboto" pitchFamily="34" charset="-122"/>
              </a:rPr>
              <a:t> &gt; </a:t>
            </a:r>
            <a:r>
              <a:rPr lang="en-US" sz="2000" b="1" dirty="0" err="1" smtClean="0">
                <a:solidFill>
                  <a:srgbClr val="E5E0DF"/>
                </a:solidFill>
                <a:latin typeface="Chiller" panose="04020404031007020602" pitchFamily="82" charset="0"/>
                <a:ea typeface="Roboto" pitchFamily="34" charset="-122"/>
              </a:rPr>
              <a:t>Faqs</a:t>
            </a:r>
            <a:r>
              <a:rPr lang="en-US" sz="2000" b="1" dirty="0" smtClean="0">
                <a:solidFill>
                  <a:srgbClr val="E5E0DF"/>
                </a:solidFill>
                <a:latin typeface="Chiller" panose="04020404031007020602" pitchFamily="82" charset="0"/>
                <a:ea typeface="Roboto" pitchFamily="34" charset="-122"/>
              </a:rPr>
              <a:t> - Ticket</a:t>
            </a:r>
            <a:endParaRPr lang="en-US" sz="2000" b="1" dirty="0">
              <a:latin typeface="Chiller" panose="04020404031007020602" pitchFamily="8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3790" y="61814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800" b="1" dirty="0" smtClean="0">
                <a:solidFill>
                  <a:srgbClr val="E5E0DF"/>
                </a:solidFill>
                <a:latin typeface="Chiller" panose="04020404031007020602" pitchFamily="82" charset="0"/>
                <a:ea typeface="Roboto" pitchFamily="34" charset="-122"/>
              </a:rPr>
              <a:t>Search Bar </a:t>
            </a:r>
            <a:endParaRPr lang="en-US" sz="2800" b="1" dirty="0">
              <a:latin typeface="Chiller" panose="04020404031007020602" pitchFamily="8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3790" y="66236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800" b="1" dirty="0" smtClean="0">
                <a:solidFill>
                  <a:srgbClr val="E5E0DF"/>
                </a:solidFill>
                <a:latin typeface="Chiller" panose="04020404031007020602" pitchFamily="82" charset="0"/>
                <a:ea typeface="Roboto" pitchFamily="34" charset="-122"/>
              </a:rPr>
              <a:t>logout</a:t>
            </a:r>
            <a:endParaRPr lang="en-US" sz="2800" b="1" dirty="0">
              <a:latin typeface="Chiller" panose="04020404031007020602" pitchFamily="8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701" y="-1303"/>
            <a:ext cx="14747511" cy="902851"/>
          </a:xfrm>
          <a:prstGeom prst="rect">
            <a:avLst/>
          </a:prstGeom>
        </p:spPr>
      </p:pic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2108616624"/>
              </p:ext>
            </p:extLst>
          </p:nvPr>
        </p:nvGraphicFramePr>
        <p:xfrm>
          <a:off x="10772133" y="5148912"/>
          <a:ext cx="1628413" cy="3126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6" name="Diagram 25"/>
          <p:cNvGraphicFramePr/>
          <p:nvPr>
            <p:extLst>
              <p:ext uri="{D42A27DB-BD31-4B8C-83A1-F6EECF244321}">
                <p14:modId xmlns:p14="http://schemas.microsoft.com/office/powerpoint/2010/main" val="2151956640"/>
              </p:ext>
            </p:extLst>
          </p:nvPr>
        </p:nvGraphicFramePr>
        <p:xfrm>
          <a:off x="10867959" y="6243869"/>
          <a:ext cx="2571876" cy="1705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358363649"/>
              </p:ext>
            </p:extLst>
          </p:nvPr>
        </p:nvGraphicFramePr>
        <p:xfrm>
          <a:off x="8148684" y="5093388"/>
          <a:ext cx="2867286" cy="1530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1777160085"/>
              </p:ext>
            </p:extLst>
          </p:nvPr>
        </p:nvGraphicFramePr>
        <p:xfrm>
          <a:off x="6050468" y="3961481"/>
          <a:ext cx="2676899" cy="1684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cxnSp>
        <p:nvCxnSpPr>
          <p:cNvPr id="29" name="Straight Arrow Connector 28"/>
          <p:cNvCxnSpPr/>
          <p:nvPr/>
        </p:nvCxnSpPr>
        <p:spPr>
          <a:xfrm flipV="1">
            <a:off x="3513217" y="5486899"/>
            <a:ext cx="2277983" cy="348643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513217" y="6346105"/>
            <a:ext cx="2277983" cy="11238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465091" y="6928396"/>
            <a:ext cx="2326109" cy="279410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hape 2"/>
          <p:cNvSpPr/>
          <p:nvPr/>
        </p:nvSpPr>
        <p:spPr>
          <a:xfrm>
            <a:off x="5289252" y="1050153"/>
            <a:ext cx="3626603" cy="1017843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22" name="Text 4"/>
          <p:cNvSpPr/>
          <p:nvPr/>
        </p:nvSpPr>
        <p:spPr>
          <a:xfrm>
            <a:off x="5647099" y="1536502"/>
            <a:ext cx="1483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b="1" dirty="0" err="1" smtClean="0">
                <a:solidFill>
                  <a:srgbClr val="E5E0DF"/>
                </a:solidFill>
                <a:latin typeface="Broadway" panose="04040905080B02020502" pitchFamily="82" charset="0"/>
              </a:rPr>
              <a:t>Navbar</a:t>
            </a:r>
            <a:endParaRPr lang="en-US" sz="6000" b="1" dirty="0">
              <a:latin typeface="Broadway" panose="04040905080B02020502" pitchFamily="82" charset="0"/>
            </a:endParaRPr>
          </a:p>
        </p:txBody>
      </p:sp>
      <p:sp>
        <p:nvSpPr>
          <p:cNvPr id="23" name="Shape 3"/>
          <p:cNvSpPr/>
          <p:nvPr/>
        </p:nvSpPr>
        <p:spPr>
          <a:xfrm flipH="1">
            <a:off x="585361" y="5784725"/>
            <a:ext cx="45719" cy="120186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77493"/>
            <a:ext cx="14623328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03" y="4678456"/>
            <a:ext cx="7618878" cy="248176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80766" y="1081149"/>
            <a:ext cx="3626603" cy="1017843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47099" y="1536502"/>
            <a:ext cx="1483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b="1" dirty="0" smtClean="0">
                <a:solidFill>
                  <a:schemeClr val="bg1"/>
                </a:solidFill>
                <a:latin typeface="Broadway" panose="04040905080B02020502" pitchFamily="82" charset="0"/>
              </a:rPr>
              <a:t>Footer</a:t>
            </a:r>
            <a:endParaRPr lang="en-US" sz="6000" b="1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4950" y="6106333"/>
            <a:ext cx="1394848" cy="48044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859798" y="6586781"/>
            <a:ext cx="2650209" cy="102288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510007" y="6777448"/>
            <a:ext cx="3859078" cy="83222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437" y="4294505"/>
            <a:ext cx="4172532" cy="3315163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995268" y="2340284"/>
            <a:ext cx="12946459" cy="604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chemeClr val="bg1"/>
                </a:solidFill>
              </a:rPr>
              <a:t>ye </a:t>
            </a:r>
            <a:r>
              <a:rPr lang="en-US" sz="1750" dirty="0" err="1" smtClean="0">
                <a:solidFill>
                  <a:schemeClr val="bg1"/>
                </a:solidFill>
              </a:rPr>
              <a:t>humara</a:t>
            </a:r>
            <a:r>
              <a:rPr lang="en-US" sz="1750" dirty="0" smtClean="0">
                <a:solidFill>
                  <a:schemeClr val="bg1"/>
                </a:solidFill>
              </a:rPr>
              <a:t> footer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diye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gaye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saray</a:t>
            </a:r>
            <a:r>
              <a:rPr lang="en-US" sz="1750" dirty="0" smtClean="0">
                <a:solidFill>
                  <a:schemeClr val="bg1"/>
                </a:solidFill>
              </a:rPr>
              <a:t> button work </a:t>
            </a:r>
            <a:r>
              <a:rPr lang="en-US" sz="1750" dirty="0" err="1" smtClean="0">
                <a:solidFill>
                  <a:schemeClr val="bg1"/>
                </a:solidFill>
              </a:rPr>
              <a:t>kertay</a:t>
            </a:r>
            <a:r>
              <a:rPr lang="en-US" sz="1750" dirty="0" smtClean="0">
                <a:solidFill>
                  <a:schemeClr val="bg1"/>
                </a:solidFill>
              </a:rPr>
              <a:t> hay or </a:t>
            </a:r>
            <a:r>
              <a:rPr lang="en-US" sz="1750" dirty="0" err="1" smtClean="0">
                <a:solidFill>
                  <a:schemeClr val="bg1"/>
                </a:solidFill>
              </a:rPr>
              <a:t>functionlaty</a:t>
            </a:r>
            <a:r>
              <a:rPr lang="en-US" sz="1750" dirty="0" smtClean="0">
                <a:solidFill>
                  <a:schemeClr val="bg1"/>
                </a:solidFill>
              </a:rPr>
              <a:t> provide </a:t>
            </a:r>
            <a:r>
              <a:rPr lang="en-US" sz="1750" dirty="0" err="1" smtClean="0">
                <a:solidFill>
                  <a:schemeClr val="bg1"/>
                </a:solidFill>
              </a:rPr>
              <a:t>kertay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hover effects </a:t>
            </a:r>
            <a:r>
              <a:rPr lang="en-US" sz="1750" dirty="0" err="1" smtClean="0">
                <a:solidFill>
                  <a:schemeClr val="bg1"/>
                </a:solidFill>
              </a:rPr>
              <a:t>wagera</a:t>
            </a:r>
            <a:r>
              <a:rPr lang="en-US" sz="1750" dirty="0" smtClean="0">
                <a:solidFill>
                  <a:schemeClr val="bg1"/>
                </a:solidFill>
              </a:rPr>
              <a:t> sab add hay</a:t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or ye her page say connect hay her page </a:t>
            </a:r>
            <a:r>
              <a:rPr lang="en-US" sz="1750" dirty="0" err="1" smtClean="0">
                <a:solidFill>
                  <a:schemeClr val="bg1"/>
                </a:solidFill>
              </a:rPr>
              <a:t>pr</a:t>
            </a:r>
            <a:r>
              <a:rPr lang="en-US" sz="1750" dirty="0" smtClean="0">
                <a:solidFill>
                  <a:schemeClr val="bg1"/>
                </a:solidFill>
              </a:rPr>
              <a:t> ye footer show </a:t>
            </a:r>
            <a:r>
              <a:rPr lang="en-US" sz="1750" dirty="0" err="1" smtClean="0">
                <a:solidFill>
                  <a:schemeClr val="bg1"/>
                </a:solidFill>
              </a:rPr>
              <a:t>hoga</a:t>
            </a:r>
            <a:r>
              <a:rPr lang="en-US" sz="1750" dirty="0" smtClean="0">
                <a:solidFill>
                  <a:schemeClr val="bg1"/>
                </a:solidFill>
              </a:rPr>
              <a:t> or work </a:t>
            </a:r>
            <a:r>
              <a:rPr lang="en-US" sz="1750" dirty="0" err="1" smtClean="0">
                <a:solidFill>
                  <a:schemeClr val="bg1"/>
                </a:solidFill>
              </a:rPr>
              <a:t>karay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ga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smtClean="0"/>
              <a:t>e</a:t>
            </a:r>
            <a:endParaRPr lang="en-US" sz="1750" dirty="0"/>
          </a:p>
        </p:txBody>
      </p:sp>
      <p:sp>
        <p:nvSpPr>
          <p:cNvPr id="16" name="Shape 3"/>
          <p:cNvSpPr/>
          <p:nvPr/>
        </p:nvSpPr>
        <p:spPr>
          <a:xfrm>
            <a:off x="793789" y="2291953"/>
            <a:ext cx="45719" cy="978190"/>
          </a:xfrm>
          <a:prstGeom prst="rect">
            <a:avLst/>
          </a:prstGeom>
          <a:solidFill>
            <a:srgbClr val="FC8337"/>
          </a:solidFill>
          <a:ln/>
        </p:spPr>
      </p:sp>
    </p:spTree>
    <p:extLst>
      <p:ext uri="{BB962C8B-B14F-4D97-AF65-F5344CB8AC3E}">
        <p14:creationId xmlns:p14="http://schemas.microsoft.com/office/powerpoint/2010/main" val="94147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8" y="-35132"/>
            <a:ext cx="14630400" cy="82864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381" y="769945"/>
            <a:ext cx="14630400" cy="7459655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579585" y="901723"/>
            <a:ext cx="3664119" cy="1367909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H="1">
            <a:off x="1226767" y="2667477"/>
            <a:ext cx="45719" cy="1367909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7" name="Text 4"/>
          <p:cNvSpPr/>
          <p:nvPr/>
        </p:nvSpPr>
        <p:spPr>
          <a:xfrm>
            <a:off x="6185387" y="1535801"/>
            <a:ext cx="1483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dirty="0" smtClean="0">
                <a:solidFill>
                  <a:srgbClr val="E5E0DF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Home</a:t>
            </a:r>
            <a:endParaRPr lang="en-US" sz="6000" dirty="0"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57904" y="2605344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Ye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humara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home page hay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ismay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jo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miveis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show ho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rahi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wo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sab database say connected hay or sab functions provide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kerti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</a:t>
            </a:r>
            <a:b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</a:b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movie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click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kernay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say movie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details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khulay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gi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movie 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trailer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bhi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show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hoga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or blog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click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kernay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say blog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bhi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shor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hongay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/>
            </a:r>
            <a:b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</a:b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or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wo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sab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bhi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databse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base say connected hay or her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cheez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animation hay or hover effect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bhi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or get ticket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click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kernay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say </a:t>
            </a:r>
            <a:b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</a:b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ticket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page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khul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jaye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ga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or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waha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say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ap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ticket book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ker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saktay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hay or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jo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ticket book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hogi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wo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bhi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database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pr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show </a:t>
            </a:r>
            <a:r>
              <a:rPr lang="en-US" sz="1750" dirty="0" err="1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hogi</a:t>
            </a:r>
            <a:r>
              <a:rPr lang="en-US" sz="1750" dirty="0" smtClean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 </a:t>
            </a:r>
            <a:endParaRPr lang="en-US" sz="175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820" y="4577858"/>
            <a:ext cx="2220190" cy="14754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0" name="TextBox 29"/>
          <p:cNvSpPr txBox="1"/>
          <p:nvPr/>
        </p:nvSpPr>
        <p:spPr>
          <a:xfrm>
            <a:off x="1378944" y="5115521"/>
            <a:ext cx="936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Chiller" panose="04020404031007020602" pitchFamily="82" charset="0"/>
                <a:cs typeface="Calibri" panose="020F0502020204030204" pitchFamily="34" charset="0"/>
              </a:rPr>
              <a:t>CRUSAL </a:t>
            </a:r>
            <a:endParaRPr lang="en-US" sz="2000" b="1" dirty="0">
              <a:solidFill>
                <a:schemeClr val="bg1"/>
              </a:solidFill>
              <a:latin typeface="Chiller" panose="04020404031007020602" pitchFamily="82" charset="0"/>
              <a:cs typeface="Calibri" panose="020F0502020204030204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604" y="5885543"/>
            <a:ext cx="2221992" cy="10239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335" y="6508399"/>
            <a:ext cx="2221992" cy="12724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201" y="4568048"/>
            <a:ext cx="2221992" cy="16436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523" y="6037252"/>
            <a:ext cx="2221992" cy="8751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95" y="6767212"/>
            <a:ext cx="2221992" cy="982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797" y="4568047"/>
            <a:ext cx="2221992" cy="131749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797" y="5863085"/>
            <a:ext cx="2221992" cy="966221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739" y="6855683"/>
            <a:ext cx="2221992" cy="925123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504" y="4577858"/>
            <a:ext cx="2221992" cy="140421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439" y="6019540"/>
            <a:ext cx="2221992" cy="11335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4168"/>
            <a:ext cx="14630400" cy="82616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66274"/>
            <a:ext cx="14630400" cy="733233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937" y="3222903"/>
            <a:ext cx="306110" cy="382667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388" y="5210651"/>
            <a:ext cx="306110" cy="38266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41082" y="1429740"/>
            <a:ext cx="5292516" cy="1173976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66223" y="1969753"/>
            <a:ext cx="1483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dirty="0" smtClean="0">
                <a:solidFill>
                  <a:srgbClr val="E5E0DF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About Us</a:t>
            </a:r>
            <a:endParaRPr lang="en-US" sz="6000" dirty="0"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031" y="4356078"/>
            <a:ext cx="3237091" cy="184576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Shape 3"/>
          <p:cNvSpPr/>
          <p:nvPr/>
        </p:nvSpPr>
        <p:spPr>
          <a:xfrm flipH="1">
            <a:off x="777318" y="2899952"/>
            <a:ext cx="45719" cy="966196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0" name="Text 5"/>
          <p:cNvSpPr/>
          <p:nvPr/>
        </p:nvSpPr>
        <p:spPr>
          <a:xfrm>
            <a:off x="908456" y="3014281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chemeClr val="bg1"/>
                </a:solidFill>
              </a:rPr>
              <a:t>Ye </a:t>
            </a:r>
            <a:r>
              <a:rPr lang="en-US" sz="1750" dirty="0" err="1" smtClean="0">
                <a:solidFill>
                  <a:schemeClr val="bg1"/>
                </a:solidFill>
              </a:rPr>
              <a:t>humara</a:t>
            </a:r>
            <a:r>
              <a:rPr lang="en-US" sz="1750" dirty="0" smtClean="0">
                <a:solidFill>
                  <a:schemeClr val="bg1"/>
                </a:solidFill>
              </a:rPr>
              <a:t> about us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page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hover effect hay or </a:t>
            </a:r>
            <a:r>
              <a:rPr lang="en-US" sz="1750" dirty="0" err="1" smtClean="0">
                <a:solidFill>
                  <a:schemeClr val="bg1"/>
                </a:solidFill>
              </a:rPr>
              <a:t>enimation</a:t>
            </a:r>
            <a:r>
              <a:rPr lang="en-US" sz="1750" dirty="0" smtClean="0">
                <a:solidFill>
                  <a:schemeClr val="bg1"/>
                </a:solidFill>
              </a:rPr>
              <a:t> hay or ye </a:t>
            </a:r>
            <a:r>
              <a:rPr lang="en-US" sz="1750" dirty="0" err="1" smtClean="0">
                <a:solidFill>
                  <a:schemeClr val="bg1"/>
                </a:solidFill>
              </a:rPr>
              <a:t>takriban</a:t>
            </a:r>
            <a:r>
              <a:rPr lang="en-US" sz="1750" dirty="0" smtClean="0">
                <a:solidFill>
                  <a:schemeClr val="bg1"/>
                </a:solidFill>
              </a:rPr>
              <a:t> static hay or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discover </a:t>
            </a:r>
            <a:r>
              <a:rPr lang="en-US" sz="1750" dirty="0" err="1" smtClean="0">
                <a:solidFill>
                  <a:schemeClr val="bg1"/>
                </a:solidFill>
              </a:rPr>
              <a:t>kay</a:t>
            </a:r>
            <a:r>
              <a:rPr lang="en-US" sz="1750" dirty="0" smtClean="0">
                <a:solidFill>
                  <a:schemeClr val="bg1"/>
                </a:solidFill>
              </a:rPr>
              <a:t> button </a:t>
            </a:r>
            <a:r>
              <a:rPr lang="en-US" sz="1750" dirty="0" err="1" smtClean="0">
                <a:solidFill>
                  <a:schemeClr val="bg1"/>
                </a:solidFill>
              </a:rPr>
              <a:t>pr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antertake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or </a:t>
            </a:r>
            <a:r>
              <a:rPr lang="en-US" sz="1750" dirty="0" err="1" smtClean="0">
                <a:solidFill>
                  <a:schemeClr val="bg1"/>
                </a:solidFill>
              </a:rPr>
              <a:t>wohi</a:t>
            </a:r>
            <a:r>
              <a:rPr lang="en-US" sz="1750" dirty="0" smtClean="0">
                <a:solidFill>
                  <a:schemeClr val="bg1"/>
                </a:solidFill>
              </a:rPr>
              <a:t> normal </a:t>
            </a:r>
            <a:r>
              <a:rPr lang="en-US" sz="1750" dirty="0" err="1" smtClean="0">
                <a:solidFill>
                  <a:schemeClr val="bg1"/>
                </a:solidFill>
              </a:rPr>
              <a:t>navber</a:t>
            </a:r>
            <a:r>
              <a:rPr lang="en-US" sz="1750" dirty="0" smtClean="0">
                <a:solidFill>
                  <a:schemeClr val="bg1"/>
                </a:solidFill>
              </a:rPr>
              <a:t> or footer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55" y="6248675"/>
            <a:ext cx="3238805" cy="151304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75" y="4021365"/>
            <a:ext cx="3562686" cy="223730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747" y="5948887"/>
            <a:ext cx="3562686" cy="168975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0" y="866274"/>
            <a:ext cx="14630400" cy="733233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9" name="Shape 2"/>
          <p:cNvSpPr/>
          <p:nvPr/>
        </p:nvSpPr>
        <p:spPr>
          <a:xfrm>
            <a:off x="4989095" y="1429740"/>
            <a:ext cx="4203031" cy="1173976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5703105" y="1969753"/>
            <a:ext cx="14838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dirty="0" smtClean="0">
                <a:solidFill>
                  <a:srgbClr val="E5E0DF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Movies</a:t>
            </a:r>
            <a:endParaRPr lang="en-US" sz="6000" dirty="0"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11" name="Shape 3"/>
          <p:cNvSpPr/>
          <p:nvPr/>
        </p:nvSpPr>
        <p:spPr>
          <a:xfrm flipH="1">
            <a:off x="777317" y="2915993"/>
            <a:ext cx="45719" cy="1174743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2" name="Text 5"/>
          <p:cNvSpPr/>
          <p:nvPr/>
        </p:nvSpPr>
        <p:spPr>
          <a:xfrm>
            <a:off x="908456" y="2966155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chemeClr val="bg1"/>
                </a:solidFill>
              </a:rPr>
              <a:t>Ye </a:t>
            </a:r>
            <a:r>
              <a:rPr lang="en-US" sz="1750" dirty="0" err="1" smtClean="0">
                <a:solidFill>
                  <a:schemeClr val="bg1"/>
                </a:solidFill>
              </a:rPr>
              <a:t>Humara</a:t>
            </a:r>
            <a:r>
              <a:rPr lang="en-US" sz="1750" dirty="0" smtClean="0">
                <a:solidFill>
                  <a:schemeClr val="bg1"/>
                </a:solidFill>
              </a:rPr>
              <a:t> movies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pages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jitni</a:t>
            </a:r>
            <a:r>
              <a:rPr lang="en-US" sz="1750" dirty="0" smtClean="0">
                <a:solidFill>
                  <a:schemeClr val="bg1"/>
                </a:solidFill>
              </a:rPr>
              <a:t> movies hay </a:t>
            </a:r>
            <a:r>
              <a:rPr lang="en-US" sz="1750" dirty="0" err="1" smtClean="0">
                <a:solidFill>
                  <a:schemeClr val="bg1"/>
                </a:solidFill>
              </a:rPr>
              <a:t>wo</a:t>
            </a:r>
            <a:r>
              <a:rPr lang="en-US" sz="1750" dirty="0" smtClean="0">
                <a:solidFill>
                  <a:schemeClr val="bg1"/>
                </a:solidFill>
              </a:rPr>
              <a:t> sab database say a </a:t>
            </a:r>
            <a:r>
              <a:rPr lang="en-US" sz="1750" dirty="0" err="1" smtClean="0">
                <a:solidFill>
                  <a:schemeClr val="bg1"/>
                </a:solidFill>
              </a:rPr>
              <a:t>rhi</a:t>
            </a:r>
            <a:r>
              <a:rPr lang="en-US" sz="1750" dirty="0" smtClean="0">
                <a:solidFill>
                  <a:schemeClr val="bg1"/>
                </a:solidFill>
              </a:rPr>
              <a:t> hay or </a:t>
            </a:r>
            <a:r>
              <a:rPr lang="en-US" sz="1750" dirty="0" err="1" smtClean="0">
                <a:solidFill>
                  <a:schemeClr val="bg1"/>
                </a:solidFill>
              </a:rPr>
              <a:t>uski</a:t>
            </a:r>
            <a:r>
              <a:rPr lang="en-US" sz="1750" dirty="0" smtClean="0">
                <a:solidFill>
                  <a:schemeClr val="bg1"/>
                </a:solidFill>
              </a:rPr>
              <a:t> details trailer sab database say a </a:t>
            </a:r>
            <a:r>
              <a:rPr lang="en-US" sz="1750" dirty="0" err="1" smtClean="0">
                <a:solidFill>
                  <a:schemeClr val="bg1"/>
                </a:solidFill>
              </a:rPr>
              <a:t>rha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may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/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 animation or hover </a:t>
            </a:r>
            <a:r>
              <a:rPr lang="en-US" sz="1750" dirty="0" err="1" smtClean="0">
                <a:solidFill>
                  <a:schemeClr val="bg1"/>
                </a:solidFill>
              </a:rPr>
              <a:t>effext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wagera</a:t>
            </a:r>
            <a:r>
              <a:rPr lang="en-US" sz="1750" dirty="0" smtClean="0">
                <a:solidFill>
                  <a:schemeClr val="bg1"/>
                </a:solidFill>
              </a:rPr>
              <a:t> sab hay  movies details </a:t>
            </a:r>
            <a:r>
              <a:rPr lang="en-US" sz="1750" dirty="0" err="1" smtClean="0">
                <a:solidFill>
                  <a:schemeClr val="bg1"/>
                </a:solidFill>
              </a:rPr>
              <a:t>pr</a:t>
            </a:r>
            <a:r>
              <a:rPr lang="en-US" sz="1750" dirty="0" smtClean="0">
                <a:solidFill>
                  <a:schemeClr val="bg1"/>
                </a:solidFill>
              </a:rPr>
              <a:t> click </a:t>
            </a:r>
            <a:r>
              <a:rPr lang="en-US" sz="1750" dirty="0" err="1" smtClean="0">
                <a:solidFill>
                  <a:schemeClr val="bg1"/>
                </a:solidFill>
              </a:rPr>
              <a:t>krkay</a:t>
            </a:r>
            <a:r>
              <a:rPr lang="en-US" sz="1750" dirty="0" smtClean="0">
                <a:solidFill>
                  <a:schemeClr val="bg1"/>
                </a:solidFill>
              </a:rPr>
              <a:t> movies details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pages </a:t>
            </a:r>
            <a:r>
              <a:rPr lang="en-US" sz="1750" dirty="0" err="1" smtClean="0">
                <a:solidFill>
                  <a:schemeClr val="bg1"/>
                </a:solidFill>
              </a:rPr>
              <a:t>khulay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ga</a:t>
            </a:r>
            <a:r>
              <a:rPr lang="en-US" sz="1750" dirty="0" smtClean="0">
                <a:solidFill>
                  <a:schemeClr val="bg1"/>
                </a:solidFill>
              </a:rPr>
              <a:t> or </a:t>
            </a:r>
            <a:r>
              <a:rPr lang="en-US" sz="1750" dirty="0" err="1" smtClean="0">
                <a:solidFill>
                  <a:schemeClr val="bg1"/>
                </a:solidFill>
              </a:rPr>
              <a:t>usmay</a:t>
            </a:r>
            <a:r>
              <a:rPr lang="en-US" sz="1750" dirty="0" smtClean="0">
                <a:solidFill>
                  <a:schemeClr val="bg1"/>
                </a:solidFill>
              </a:rPr>
              <a:t> di </a:t>
            </a:r>
            <a:r>
              <a:rPr lang="en-US" sz="1750" dirty="0" err="1" smtClean="0">
                <a:solidFill>
                  <a:schemeClr val="bg1"/>
                </a:solidFill>
              </a:rPr>
              <a:t>gai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saari</a:t>
            </a:r>
            <a:r>
              <a:rPr lang="en-US" sz="1750" dirty="0" smtClean="0">
                <a:solidFill>
                  <a:schemeClr val="bg1"/>
                </a:solidFill>
              </a:rPr>
              <a:t> details data base say</a:t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 connect hay or movie detail me </a:t>
            </a:r>
            <a:r>
              <a:rPr lang="en-US" sz="1750" dirty="0" err="1" smtClean="0">
                <a:solidFill>
                  <a:schemeClr val="bg1"/>
                </a:solidFill>
              </a:rPr>
              <a:t>jakr</a:t>
            </a:r>
            <a:r>
              <a:rPr lang="en-US" sz="1750" dirty="0" smtClean="0">
                <a:solidFill>
                  <a:schemeClr val="bg1"/>
                </a:solidFill>
              </a:rPr>
              <a:t> get ticket </a:t>
            </a:r>
            <a:r>
              <a:rPr lang="en-US" sz="1750" dirty="0" err="1" smtClean="0">
                <a:solidFill>
                  <a:schemeClr val="bg1"/>
                </a:solidFill>
              </a:rPr>
              <a:t>pr</a:t>
            </a:r>
            <a:r>
              <a:rPr lang="en-US" sz="1750" dirty="0" smtClean="0">
                <a:solidFill>
                  <a:schemeClr val="bg1"/>
                </a:solidFill>
              </a:rPr>
              <a:t> click </a:t>
            </a:r>
            <a:r>
              <a:rPr lang="en-US" sz="1750" dirty="0" err="1" smtClean="0">
                <a:solidFill>
                  <a:schemeClr val="bg1"/>
                </a:solidFill>
              </a:rPr>
              <a:t>kero</a:t>
            </a:r>
            <a:r>
              <a:rPr lang="en-US" sz="1750" dirty="0" smtClean="0">
                <a:solidFill>
                  <a:schemeClr val="bg1"/>
                </a:solidFill>
              </a:rPr>
              <a:t> gay to </a:t>
            </a:r>
            <a:r>
              <a:rPr lang="en-US" sz="1750" dirty="0" err="1" smtClean="0">
                <a:solidFill>
                  <a:schemeClr val="bg1"/>
                </a:solidFill>
              </a:rPr>
              <a:t>tickicket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page </a:t>
            </a:r>
            <a:r>
              <a:rPr lang="en-US" sz="1750" dirty="0" err="1" smtClean="0">
                <a:solidFill>
                  <a:schemeClr val="bg1"/>
                </a:solidFill>
              </a:rPr>
              <a:t>khul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gaye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ga</a:t>
            </a:r>
            <a:r>
              <a:rPr lang="en-US" sz="1750" dirty="0" smtClean="0">
                <a:solidFill>
                  <a:schemeClr val="bg1"/>
                </a:solidFill>
              </a:rPr>
              <a:t> or </a:t>
            </a:r>
            <a:r>
              <a:rPr lang="en-US" sz="1750" dirty="0" err="1" smtClean="0">
                <a:solidFill>
                  <a:schemeClr val="bg1"/>
                </a:solidFill>
              </a:rPr>
              <a:t>jo</a:t>
            </a:r>
            <a:r>
              <a:rPr lang="en-US" sz="1750" dirty="0" smtClean="0">
                <a:solidFill>
                  <a:schemeClr val="bg1"/>
                </a:solidFill>
              </a:rPr>
              <a:t> ticket book </a:t>
            </a:r>
            <a:r>
              <a:rPr lang="en-US" sz="1750" dirty="0" err="1" smtClean="0">
                <a:solidFill>
                  <a:schemeClr val="bg1"/>
                </a:solidFill>
              </a:rPr>
              <a:t>karo</a:t>
            </a:r>
            <a:r>
              <a:rPr lang="en-US" sz="1750" dirty="0" smtClean="0">
                <a:solidFill>
                  <a:schemeClr val="bg1"/>
                </a:solidFill>
              </a:rPr>
              <a:t> gay </a:t>
            </a:r>
            <a:r>
              <a:rPr lang="en-US" sz="1750" dirty="0" err="1" smtClean="0">
                <a:solidFill>
                  <a:schemeClr val="bg1"/>
                </a:solidFill>
              </a:rPr>
              <a:t>wo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databs</a:t>
            </a:r>
            <a:r>
              <a:rPr lang="en-US" sz="1750" dirty="0" smtClean="0">
                <a:solidFill>
                  <a:schemeClr val="bg1"/>
                </a:solidFill>
              </a:rPr>
              <a:t> me show </a:t>
            </a:r>
            <a:r>
              <a:rPr lang="en-US" sz="1750" dirty="0" err="1" smtClean="0">
                <a:solidFill>
                  <a:schemeClr val="bg1"/>
                </a:solidFill>
              </a:rPr>
              <a:t>hogi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90" y="4539916"/>
            <a:ext cx="4664284" cy="326481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Rounded Rectangle 14"/>
          <p:cNvSpPr/>
          <p:nvPr/>
        </p:nvSpPr>
        <p:spPr>
          <a:xfrm>
            <a:off x="4050633" y="7178224"/>
            <a:ext cx="818147" cy="4090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973053" y="7362707"/>
            <a:ext cx="561474" cy="1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33" y="4543512"/>
            <a:ext cx="4371558" cy="336758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Rounded Rectangle 18"/>
          <p:cNvSpPr/>
          <p:nvPr/>
        </p:nvSpPr>
        <p:spPr>
          <a:xfrm>
            <a:off x="5823283" y="7571255"/>
            <a:ext cx="561475" cy="32020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8803065" y="7700360"/>
            <a:ext cx="1523998" cy="356202"/>
          </a:xfrm>
          <a:prstGeom prst="straightConnector1">
            <a:avLst/>
          </a:prstGeom>
          <a:ln w="571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19" idx="3"/>
          </p:cNvCxnSpPr>
          <p:nvPr/>
        </p:nvCxnSpPr>
        <p:spPr>
          <a:xfrm>
            <a:off x="6384758" y="7731356"/>
            <a:ext cx="2418307" cy="32349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063" y="4532438"/>
            <a:ext cx="4024209" cy="3378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Image 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0"/>
          <p:cNvSpPr/>
          <p:nvPr/>
        </p:nvSpPr>
        <p:spPr>
          <a:xfrm>
            <a:off x="0" y="899795"/>
            <a:ext cx="14630400" cy="733171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54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659" y="6132260"/>
            <a:ext cx="3046412" cy="17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659" y="4105023"/>
            <a:ext cx="3046412" cy="202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/>
          <p:cNvSpPr/>
          <p:nvPr/>
        </p:nvSpPr>
        <p:spPr>
          <a:xfrm>
            <a:off x="1489659" y="7669711"/>
            <a:ext cx="371475" cy="17780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886483" y="7782433"/>
            <a:ext cx="1464310" cy="25336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350793" y="7338569"/>
            <a:ext cx="2804795" cy="69723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351" y="4084385"/>
            <a:ext cx="3121025" cy="375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0" y="0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Shape 2"/>
          <p:cNvSpPr/>
          <p:nvPr/>
        </p:nvSpPr>
        <p:spPr>
          <a:xfrm>
            <a:off x="5678909" y="1252575"/>
            <a:ext cx="3064042" cy="1142092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8" name="Text 4"/>
          <p:cNvSpPr/>
          <p:nvPr/>
        </p:nvSpPr>
        <p:spPr>
          <a:xfrm>
            <a:off x="6232498" y="1776545"/>
            <a:ext cx="1483830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dirty="0" smtClean="0">
                <a:solidFill>
                  <a:schemeClr val="bg1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Blogs</a:t>
            </a:r>
            <a:endParaRPr lang="en-US" sz="6000" dirty="0">
              <a:solidFill>
                <a:schemeClr val="bg1"/>
              </a:solidFill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19" name="Shape 3"/>
          <p:cNvSpPr/>
          <p:nvPr/>
        </p:nvSpPr>
        <p:spPr>
          <a:xfrm flipH="1">
            <a:off x="777318" y="2899952"/>
            <a:ext cx="45719" cy="966196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20" name="Text 5"/>
          <p:cNvSpPr/>
          <p:nvPr/>
        </p:nvSpPr>
        <p:spPr>
          <a:xfrm>
            <a:off x="908456" y="3014281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chemeClr val="bg1"/>
                </a:solidFill>
              </a:rPr>
              <a:t>Ye </a:t>
            </a:r>
            <a:r>
              <a:rPr lang="en-US" sz="1750" dirty="0" err="1" smtClean="0">
                <a:solidFill>
                  <a:schemeClr val="bg1"/>
                </a:solidFill>
              </a:rPr>
              <a:t>humara</a:t>
            </a:r>
            <a:r>
              <a:rPr lang="en-US" sz="1750" dirty="0" smtClean="0">
                <a:solidFill>
                  <a:schemeClr val="bg1"/>
                </a:solidFill>
              </a:rPr>
              <a:t> blog page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animation or hover effect hay or </a:t>
            </a:r>
            <a:r>
              <a:rPr lang="en-US" sz="1750" dirty="0" err="1" smtClean="0">
                <a:solidFill>
                  <a:schemeClr val="bg1"/>
                </a:solidFill>
              </a:rPr>
              <a:t>saray</a:t>
            </a:r>
            <a:r>
              <a:rPr lang="en-US" sz="1750" dirty="0" smtClean="0">
                <a:solidFill>
                  <a:schemeClr val="bg1"/>
                </a:solidFill>
              </a:rPr>
              <a:t> blog database say a </a:t>
            </a:r>
            <a:r>
              <a:rPr lang="en-US" sz="1750" dirty="0" err="1" smtClean="0">
                <a:solidFill>
                  <a:schemeClr val="bg1"/>
                </a:solidFill>
              </a:rPr>
              <a:t>rhay</a:t>
            </a:r>
            <a:r>
              <a:rPr lang="en-US" sz="1750" dirty="0" smtClean="0">
                <a:solidFill>
                  <a:schemeClr val="bg1"/>
                </a:solidFill>
              </a:rPr>
              <a:t> hay or her </a:t>
            </a:r>
            <a:r>
              <a:rPr lang="en-US" sz="1750" dirty="0" err="1" smtClean="0">
                <a:solidFill>
                  <a:schemeClr val="bg1"/>
                </a:solidFill>
              </a:rPr>
              <a:t>ek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ki</a:t>
            </a:r>
            <a:r>
              <a:rPr lang="en-US" sz="1750" dirty="0" smtClean="0">
                <a:solidFill>
                  <a:schemeClr val="bg1"/>
                </a:solidFill>
              </a:rPr>
              <a:t> details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database </a:t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say connected hay </a:t>
            </a:r>
            <a:r>
              <a:rPr lang="en-US" sz="1750" dirty="0" err="1" smtClean="0">
                <a:solidFill>
                  <a:schemeClr val="bg1"/>
                </a:solidFill>
              </a:rPr>
              <a:t>kissi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blog </a:t>
            </a:r>
            <a:r>
              <a:rPr lang="en-US" sz="1750" dirty="0" err="1" smtClean="0">
                <a:solidFill>
                  <a:schemeClr val="bg1"/>
                </a:solidFill>
              </a:rPr>
              <a:t>ki</a:t>
            </a:r>
            <a:r>
              <a:rPr lang="en-US" sz="1750" dirty="0" smtClean="0">
                <a:solidFill>
                  <a:schemeClr val="bg1"/>
                </a:solidFill>
              </a:rPr>
              <a:t> details </a:t>
            </a:r>
            <a:r>
              <a:rPr lang="en-US" sz="1750" dirty="0" err="1" smtClean="0">
                <a:solidFill>
                  <a:schemeClr val="bg1"/>
                </a:solidFill>
              </a:rPr>
              <a:t>ya</a:t>
            </a:r>
            <a:r>
              <a:rPr lang="en-US" sz="1750" dirty="0" smtClean="0">
                <a:solidFill>
                  <a:schemeClr val="bg1"/>
                </a:solidFill>
              </a:rPr>
              <a:t> picture  </a:t>
            </a:r>
            <a:r>
              <a:rPr lang="en-US" sz="1750" dirty="0" err="1" smtClean="0">
                <a:solidFill>
                  <a:schemeClr val="bg1"/>
                </a:solidFill>
              </a:rPr>
              <a:t>ya</a:t>
            </a:r>
            <a:r>
              <a:rPr lang="en-US" sz="1750" dirty="0" smtClean="0">
                <a:solidFill>
                  <a:schemeClr val="bg1"/>
                </a:solidFill>
              </a:rPr>
              <a:t> button </a:t>
            </a:r>
            <a:r>
              <a:rPr lang="en-US" sz="1750" dirty="0" err="1" smtClean="0">
                <a:solidFill>
                  <a:schemeClr val="bg1"/>
                </a:solidFill>
              </a:rPr>
              <a:t>pr</a:t>
            </a:r>
            <a:r>
              <a:rPr lang="en-US" sz="1750" dirty="0" smtClean="0">
                <a:solidFill>
                  <a:schemeClr val="bg1"/>
                </a:solidFill>
              </a:rPr>
              <a:t> click </a:t>
            </a:r>
            <a:r>
              <a:rPr lang="en-US" sz="1750" dirty="0" err="1" smtClean="0">
                <a:solidFill>
                  <a:schemeClr val="bg1"/>
                </a:solidFill>
              </a:rPr>
              <a:t>kernay</a:t>
            </a:r>
            <a:r>
              <a:rPr lang="en-US" sz="1750" dirty="0" smtClean="0">
                <a:solidFill>
                  <a:schemeClr val="bg1"/>
                </a:solidFill>
              </a:rPr>
              <a:t> say </a:t>
            </a:r>
            <a:r>
              <a:rPr lang="en-US" sz="1750" dirty="0" err="1" smtClean="0">
                <a:solidFill>
                  <a:schemeClr val="bg1"/>
                </a:solidFill>
              </a:rPr>
              <a:t>uski</a:t>
            </a:r>
            <a:r>
              <a:rPr lang="en-US" sz="1750" dirty="0" smtClean="0">
                <a:solidFill>
                  <a:schemeClr val="bg1"/>
                </a:solidFill>
              </a:rPr>
              <a:t> details a </a:t>
            </a:r>
            <a:r>
              <a:rPr lang="en-US" sz="1750" dirty="0" err="1" smtClean="0">
                <a:solidFill>
                  <a:schemeClr val="bg1"/>
                </a:solidFill>
              </a:rPr>
              <a:t>jaye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gi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00" y="0"/>
            <a:ext cx="14630400" cy="822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hape 0"/>
          <p:cNvSpPr/>
          <p:nvPr/>
        </p:nvSpPr>
        <p:spPr>
          <a:xfrm>
            <a:off x="0" y="899795"/>
            <a:ext cx="14630400" cy="733171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207" y="4323345"/>
            <a:ext cx="4092090" cy="30505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751" y="4414524"/>
            <a:ext cx="4382683" cy="30505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Shape 2"/>
          <p:cNvSpPr/>
          <p:nvPr/>
        </p:nvSpPr>
        <p:spPr>
          <a:xfrm>
            <a:off x="5287368" y="1252575"/>
            <a:ext cx="3872130" cy="1142092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4" name="Text 4"/>
          <p:cNvSpPr/>
          <p:nvPr/>
        </p:nvSpPr>
        <p:spPr>
          <a:xfrm>
            <a:off x="5628063" y="1776545"/>
            <a:ext cx="1483830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dirty="0" smtClean="0">
                <a:solidFill>
                  <a:schemeClr val="bg1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Contact </a:t>
            </a:r>
            <a:endParaRPr lang="en-US" sz="6000" dirty="0">
              <a:solidFill>
                <a:schemeClr val="bg1"/>
              </a:solidFill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15" name="Shape 3"/>
          <p:cNvSpPr/>
          <p:nvPr/>
        </p:nvSpPr>
        <p:spPr>
          <a:xfrm flipH="1">
            <a:off x="777318" y="2899952"/>
            <a:ext cx="45719" cy="966196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6" name="Text 5"/>
          <p:cNvSpPr/>
          <p:nvPr/>
        </p:nvSpPr>
        <p:spPr>
          <a:xfrm>
            <a:off x="908456" y="3014281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chemeClr val="bg1"/>
                </a:solidFill>
              </a:rPr>
              <a:t>Ye </a:t>
            </a:r>
            <a:r>
              <a:rPr lang="en-US" sz="1750" dirty="0" err="1" smtClean="0">
                <a:solidFill>
                  <a:schemeClr val="bg1"/>
                </a:solidFill>
              </a:rPr>
              <a:t>humara</a:t>
            </a:r>
            <a:r>
              <a:rPr lang="en-US" sz="1750" dirty="0" smtClean="0">
                <a:solidFill>
                  <a:schemeClr val="bg1"/>
                </a:solidFill>
              </a:rPr>
              <a:t> contact us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page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animatio</a:t>
            </a:r>
            <a:r>
              <a:rPr lang="en-US" sz="1750" dirty="0" smtClean="0">
                <a:solidFill>
                  <a:schemeClr val="bg1"/>
                </a:solidFill>
              </a:rPr>
              <a:t> n or hover alert </a:t>
            </a:r>
            <a:r>
              <a:rPr lang="en-US" sz="1750" dirty="0" err="1" smtClean="0">
                <a:solidFill>
                  <a:schemeClr val="bg1"/>
                </a:solidFill>
              </a:rPr>
              <a:t>wagera</a:t>
            </a:r>
            <a:r>
              <a:rPr lang="en-US" sz="1750" dirty="0" smtClean="0">
                <a:solidFill>
                  <a:schemeClr val="bg1"/>
                </a:solidFill>
              </a:rPr>
              <a:t> sab hay  </a:t>
            </a:r>
            <a:r>
              <a:rPr lang="en-US" sz="1750" dirty="0" err="1" smtClean="0">
                <a:solidFill>
                  <a:schemeClr val="bg1"/>
                </a:solidFill>
              </a:rPr>
              <a:t>simay</a:t>
            </a:r>
            <a:r>
              <a:rPr lang="en-US" sz="1750" dirty="0" smtClean="0">
                <a:solidFill>
                  <a:schemeClr val="bg1"/>
                </a:solidFill>
              </a:rPr>
              <a:t> user </a:t>
            </a:r>
            <a:r>
              <a:rPr lang="en-US" sz="1750" dirty="0" err="1" smtClean="0">
                <a:solidFill>
                  <a:schemeClr val="bg1"/>
                </a:solidFill>
              </a:rPr>
              <a:t>diye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gaya</a:t>
            </a:r>
            <a:r>
              <a:rPr lang="en-US" sz="1750" dirty="0" smtClean="0">
                <a:solidFill>
                  <a:schemeClr val="bg1"/>
                </a:solidFill>
              </a:rPr>
              <a:t> form fill </a:t>
            </a:r>
            <a:r>
              <a:rPr lang="en-US" sz="1750" dirty="0" err="1" smtClean="0">
                <a:solidFill>
                  <a:schemeClr val="bg1"/>
                </a:solidFill>
              </a:rPr>
              <a:t>karay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ga</a:t>
            </a:r>
            <a:r>
              <a:rPr lang="en-US" sz="1750" dirty="0" smtClean="0">
                <a:solidFill>
                  <a:schemeClr val="bg1"/>
                </a:solidFill>
              </a:rPr>
              <a:t> to sweet alert shot </a:t>
            </a:r>
            <a:r>
              <a:rPr lang="en-US" sz="1750" dirty="0" err="1" smtClean="0">
                <a:solidFill>
                  <a:schemeClr val="bg1"/>
                </a:solidFill>
              </a:rPr>
              <a:t>hoga</a:t>
            </a:r>
            <a:r>
              <a:rPr lang="en-US" sz="1750" dirty="0" smtClean="0">
                <a:solidFill>
                  <a:schemeClr val="bg1"/>
                </a:solidFill>
              </a:rPr>
              <a:t/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or sari details database </a:t>
            </a:r>
            <a:r>
              <a:rPr lang="en-US" sz="1750" dirty="0" err="1" smtClean="0">
                <a:solidFill>
                  <a:schemeClr val="bg1"/>
                </a:solidFill>
              </a:rPr>
              <a:t>pr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shor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hongi</a:t>
            </a:r>
            <a:r>
              <a:rPr lang="en-US" sz="1750" dirty="0">
                <a:solidFill>
                  <a:schemeClr val="bg1"/>
                </a:solidFill>
              </a:rPr>
              <a:t> or </a:t>
            </a:r>
            <a:r>
              <a:rPr lang="en-US" sz="1750" dirty="0" err="1">
                <a:solidFill>
                  <a:schemeClr val="bg1"/>
                </a:solidFill>
              </a:rPr>
              <a:t>ismay</a:t>
            </a:r>
            <a:r>
              <a:rPr lang="en-US" sz="1750" dirty="0">
                <a:solidFill>
                  <a:schemeClr val="bg1"/>
                </a:solidFill>
              </a:rPr>
              <a:t> </a:t>
            </a:r>
            <a:r>
              <a:rPr lang="en-US" sz="1750" dirty="0" err="1">
                <a:solidFill>
                  <a:schemeClr val="bg1"/>
                </a:solidFill>
              </a:rPr>
              <a:t>ek</a:t>
            </a:r>
            <a:r>
              <a:rPr lang="en-US" sz="1750" dirty="0">
                <a:solidFill>
                  <a:schemeClr val="bg1"/>
                </a:solidFill>
              </a:rPr>
              <a:t> map </a:t>
            </a:r>
            <a:r>
              <a:rPr lang="en-US" sz="1750" dirty="0" err="1">
                <a:solidFill>
                  <a:schemeClr val="bg1"/>
                </a:solidFill>
              </a:rPr>
              <a:t>bhi</a:t>
            </a:r>
            <a:r>
              <a:rPr lang="en-US" sz="1750" dirty="0">
                <a:solidFill>
                  <a:schemeClr val="bg1"/>
                </a:solidFill>
              </a:rPr>
              <a:t> hay </a:t>
            </a:r>
            <a:r>
              <a:rPr lang="en-US" sz="1750" dirty="0" err="1">
                <a:solidFill>
                  <a:schemeClr val="bg1"/>
                </a:solidFill>
              </a:rPr>
              <a:t>jo</a:t>
            </a:r>
            <a:r>
              <a:rPr lang="en-US" sz="1750" dirty="0">
                <a:solidFill>
                  <a:schemeClr val="bg1"/>
                </a:solidFill>
              </a:rPr>
              <a:t> </a:t>
            </a:r>
            <a:r>
              <a:rPr lang="en-US" sz="1750" dirty="0" err="1">
                <a:solidFill>
                  <a:schemeClr val="bg1"/>
                </a:solidFill>
              </a:rPr>
              <a:t>kay</a:t>
            </a:r>
            <a:r>
              <a:rPr lang="en-US" sz="1750" dirty="0">
                <a:solidFill>
                  <a:schemeClr val="bg1"/>
                </a:solidFill>
              </a:rPr>
              <a:t> live google map hay </a:t>
            </a:r>
            <a:r>
              <a:rPr lang="en-US" sz="1750" dirty="0" smtClean="0">
                <a:solidFill>
                  <a:schemeClr val="bg1"/>
                </a:solidFill>
              </a:rPr>
              <a:t/>
            </a:r>
            <a:br>
              <a:rPr lang="en-US" sz="1750" dirty="0" smtClean="0">
                <a:solidFill>
                  <a:schemeClr val="bg1"/>
                </a:solidFill>
              </a:rPr>
            </a:b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01516" y="7042484"/>
            <a:ext cx="737937" cy="33142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2839453" y="7373908"/>
            <a:ext cx="1588168" cy="374429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427621" y="7042484"/>
            <a:ext cx="1716505" cy="70585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050" y="5944880"/>
            <a:ext cx="3416948" cy="8679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0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0"/>
          <p:cNvSpPr/>
          <p:nvPr/>
        </p:nvSpPr>
        <p:spPr>
          <a:xfrm>
            <a:off x="0" y="2294021"/>
            <a:ext cx="14630400" cy="5937484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0"/>
          <p:cNvSpPr/>
          <p:nvPr/>
        </p:nvSpPr>
        <p:spPr>
          <a:xfrm>
            <a:off x="224048" y="1188553"/>
            <a:ext cx="9593720" cy="1105468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800" y="5005134"/>
            <a:ext cx="4465736" cy="26775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910" y="5005134"/>
            <a:ext cx="4572542" cy="26775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Shape 2"/>
          <p:cNvSpPr/>
          <p:nvPr/>
        </p:nvSpPr>
        <p:spPr>
          <a:xfrm>
            <a:off x="5678909" y="1252575"/>
            <a:ext cx="3064042" cy="1142092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4" name="Text 4"/>
          <p:cNvSpPr/>
          <p:nvPr/>
        </p:nvSpPr>
        <p:spPr>
          <a:xfrm>
            <a:off x="6232498" y="1776545"/>
            <a:ext cx="1483830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dirty="0" err="1" smtClean="0">
                <a:solidFill>
                  <a:schemeClr val="bg1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Faqs</a:t>
            </a:r>
            <a:endParaRPr lang="en-US" sz="6000" dirty="0">
              <a:solidFill>
                <a:schemeClr val="bg1"/>
              </a:solidFill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15" name="Shape 3"/>
          <p:cNvSpPr/>
          <p:nvPr/>
        </p:nvSpPr>
        <p:spPr>
          <a:xfrm flipH="1">
            <a:off x="777318" y="2899952"/>
            <a:ext cx="45719" cy="966196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6" name="Text 5"/>
          <p:cNvSpPr/>
          <p:nvPr/>
        </p:nvSpPr>
        <p:spPr>
          <a:xfrm>
            <a:off x="908456" y="3014281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chemeClr val="bg1"/>
                </a:solidFill>
              </a:rPr>
              <a:t>Ye </a:t>
            </a:r>
            <a:r>
              <a:rPr lang="en-US" sz="1750" dirty="0" err="1" smtClean="0">
                <a:solidFill>
                  <a:schemeClr val="bg1"/>
                </a:solidFill>
              </a:rPr>
              <a:t>humara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Faqs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page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faqs</a:t>
            </a:r>
            <a:r>
              <a:rPr lang="en-US" sz="1750" dirty="0" smtClean="0">
                <a:solidFill>
                  <a:schemeClr val="bg1"/>
                </a:solidFill>
              </a:rPr>
              <a:t> describe </a:t>
            </a:r>
            <a:r>
              <a:rPr lang="en-US" sz="1750" dirty="0" err="1" smtClean="0">
                <a:solidFill>
                  <a:schemeClr val="bg1"/>
                </a:solidFill>
              </a:rPr>
              <a:t>kiya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animation or hiver effects hay but ye </a:t>
            </a:r>
            <a:r>
              <a:rPr lang="en-US" sz="1750" dirty="0" err="1" smtClean="0">
                <a:solidFill>
                  <a:schemeClr val="bg1"/>
                </a:solidFill>
              </a:rPr>
              <a:t>ek</a:t>
            </a:r>
            <a:r>
              <a:rPr lang="en-US" sz="1750" dirty="0" smtClean="0">
                <a:solidFill>
                  <a:schemeClr val="bg1"/>
                </a:solidFill>
              </a:rPr>
              <a:t> static page hay </a:t>
            </a:r>
            <a:r>
              <a:rPr lang="en-US" sz="1750" dirty="0" err="1" smtClean="0">
                <a:solidFill>
                  <a:schemeClr val="bg1"/>
                </a:solidFill>
              </a:rPr>
              <a:t>lekin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iskay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actertake</a:t>
            </a:r>
            <a:r>
              <a:rPr lang="en-US" sz="1750" dirty="0" smtClean="0">
                <a:solidFill>
                  <a:schemeClr val="bg1"/>
                </a:solidFill>
              </a:rPr>
              <a:t/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hver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animatio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nbarpoor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00" y="0"/>
            <a:ext cx="14630400" cy="822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0"/>
          <p:cNvSpPr/>
          <p:nvPr/>
        </p:nvSpPr>
        <p:spPr>
          <a:xfrm>
            <a:off x="0" y="2294021"/>
            <a:ext cx="14630400" cy="5937484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0"/>
          <p:cNvSpPr/>
          <p:nvPr/>
        </p:nvSpPr>
        <p:spPr>
          <a:xfrm>
            <a:off x="224048" y="1188553"/>
            <a:ext cx="9593720" cy="1105468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2"/>
          <p:cNvSpPr/>
          <p:nvPr/>
        </p:nvSpPr>
        <p:spPr>
          <a:xfrm>
            <a:off x="5775161" y="1252575"/>
            <a:ext cx="3064042" cy="1142092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2" name="Text 4"/>
          <p:cNvSpPr/>
          <p:nvPr/>
        </p:nvSpPr>
        <p:spPr>
          <a:xfrm>
            <a:off x="6039994" y="1776545"/>
            <a:ext cx="1483830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dirty="0" smtClean="0">
                <a:solidFill>
                  <a:schemeClr val="bg1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Ticket</a:t>
            </a:r>
            <a:endParaRPr lang="en-US" sz="6000" dirty="0">
              <a:solidFill>
                <a:schemeClr val="bg1"/>
              </a:solidFill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13" name="Shape 3"/>
          <p:cNvSpPr/>
          <p:nvPr/>
        </p:nvSpPr>
        <p:spPr>
          <a:xfrm flipH="1">
            <a:off x="777318" y="2899952"/>
            <a:ext cx="45719" cy="966196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4" name="Text 5"/>
          <p:cNvSpPr/>
          <p:nvPr/>
        </p:nvSpPr>
        <p:spPr>
          <a:xfrm>
            <a:off x="908456" y="3014281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chemeClr val="bg1"/>
                </a:solidFill>
              </a:rPr>
              <a:t>Ye </a:t>
            </a:r>
            <a:r>
              <a:rPr lang="en-US" sz="1750" dirty="0" err="1" smtClean="0">
                <a:solidFill>
                  <a:schemeClr val="bg1"/>
                </a:solidFill>
              </a:rPr>
              <a:t>humara</a:t>
            </a:r>
            <a:r>
              <a:rPr lang="en-US" sz="1750" dirty="0" smtClean="0">
                <a:solidFill>
                  <a:schemeClr val="bg1"/>
                </a:solidFill>
              </a:rPr>
              <a:t> ticket </a:t>
            </a:r>
            <a:r>
              <a:rPr lang="en-US" sz="1750" dirty="0" err="1" smtClean="0">
                <a:solidFill>
                  <a:schemeClr val="bg1"/>
                </a:solidFill>
              </a:rPr>
              <a:t>ka</a:t>
            </a:r>
            <a:r>
              <a:rPr lang="en-US" sz="1750" dirty="0" smtClean="0">
                <a:solidFill>
                  <a:schemeClr val="bg1"/>
                </a:solidFill>
              </a:rPr>
              <a:t> page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animation hover alert </a:t>
            </a:r>
            <a:r>
              <a:rPr lang="en-US" sz="1750" dirty="0" err="1" smtClean="0">
                <a:solidFill>
                  <a:schemeClr val="bg1"/>
                </a:solidFill>
              </a:rPr>
              <a:t>wagera</a:t>
            </a:r>
            <a:r>
              <a:rPr lang="en-US" sz="1750" dirty="0" smtClean="0">
                <a:solidFill>
                  <a:schemeClr val="bg1"/>
                </a:solidFill>
              </a:rPr>
              <a:t> sab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jo</a:t>
            </a:r>
            <a:r>
              <a:rPr lang="en-US" sz="1750" dirty="0" smtClean="0">
                <a:solidFill>
                  <a:schemeClr val="bg1"/>
                </a:solidFill>
              </a:rPr>
              <a:t> user ticket book </a:t>
            </a:r>
            <a:r>
              <a:rPr lang="en-US" sz="1750" dirty="0" err="1" smtClean="0">
                <a:solidFill>
                  <a:schemeClr val="bg1"/>
                </a:solidFill>
              </a:rPr>
              <a:t>karay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ga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wo</a:t>
            </a:r>
            <a:r>
              <a:rPr lang="en-US" sz="1750" dirty="0" smtClean="0">
                <a:solidFill>
                  <a:schemeClr val="bg1"/>
                </a:solidFill>
              </a:rPr>
              <a:t> database me show </a:t>
            </a:r>
            <a:r>
              <a:rPr lang="en-US" sz="1750" dirty="0" err="1" smtClean="0">
                <a:solidFill>
                  <a:schemeClr val="bg1"/>
                </a:solidFill>
              </a:rPr>
              <a:t>hoga</a:t>
            </a:r>
            <a:r>
              <a:rPr lang="en-US" sz="1750" dirty="0" smtClean="0">
                <a:solidFill>
                  <a:schemeClr val="bg1"/>
                </a:solidFill>
              </a:rPr>
              <a:t> or </a:t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wo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wo</a:t>
            </a:r>
            <a:r>
              <a:rPr lang="en-US" sz="1750" dirty="0" smtClean="0">
                <a:solidFill>
                  <a:schemeClr val="bg1"/>
                </a:solidFill>
              </a:rPr>
              <a:t> movies </a:t>
            </a:r>
            <a:r>
              <a:rPr lang="en-US" sz="1750" dirty="0" err="1" smtClean="0">
                <a:solidFill>
                  <a:schemeClr val="bg1"/>
                </a:solidFill>
              </a:rPr>
              <a:t>ki</a:t>
            </a:r>
            <a:r>
              <a:rPr lang="en-US" sz="1750" dirty="0" smtClean="0">
                <a:solidFill>
                  <a:schemeClr val="bg1"/>
                </a:solidFill>
              </a:rPr>
              <a:t> ticket book </a:t>
            </a:r>
            <a:r>
              <a:rPr lang="en-US" sz="1750" dirty="0" err="1" smtClean="0">
                <a:solidFill>
                  <a:schemeClr val="bg1"/>
                </a:solidFill>
              </a:rPr>
              <a:t>hongi</a:t>
            </a:r>
            <a:r>
              <a:rPr lang="en-US" sz="1750" dirty="0" smtClean="0">
                <a:solidFill>
                  <a:schemeClr val="bg1"/>
                </a:solidFill>
              </a:rPr>
              <a:t> shot database me hay or </a:t>
            </a:r>
            <a:r>
              <a:rPr lang="en-US" sz="1750" dirty="0" err="1" smtClean="0">
                <a:solidFill>
                  <a:schemeClr val="bg1"/>
                </a:solidFill>
              </a:rPr>
              <a:t>wo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yeha</a:t>
            </a:r>
            <a:r>
              <a:rPr lang="en-US" sz="1750" dirty="0" smtClean="0">
                <a:solidFill>
                  <a:schemeClr val="bg1"/>
                </a:solidFill>
              </a:rPr>
              <a:t> show ho </a:t>
            </a:r>
            <a:r>
              <a:rPr lang="en-US" sz="1750" dirty="0" err="1" smtClean="0">
                <a:solidFill>
                  <a:schemeClr val="bg1"/>
                </a:solidFill>
              </a:rPr>
              <a:t>rahi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56" y="4563300"/>
            <a:ext cx="4196781" cy="33344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Rounded Rectangle 15"/>
          <p:cNvSpPr/>
          <p:nvPr/>
        </p:nvSpPr>
        <p:spPr>
          <a:xfrm>
            <a:off x="3810215" y="5815583"/>
            <a:ext cx="1194921" cy="34458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005136" y="6047873"/>
            <a:ext cx="1034858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057" y="4450568"/>
            <a:ext cx="4651335" cy="34870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Rounded Rectangle 20"/>
          <p:cNvSpPr/>
          <p:nvPr/>
        </p:nvSpPr>
        <p:spPr>
          <a:xfrm>
            <a:off x="6785810" y="6930190"/>
            <a:ext cx="850231" cy="320842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7523824" y="7251032"/>
            <a:ext cx="1892892" cy="49730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9416003" y="6763994"/>
            <a:ext cx="1547326" cy="99701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700" y="5647941"/>
            <a:ext cx="3505689" cy="895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0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15500" y="2296898"/>
            <a:ext cx="14630400" cy="5937484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0"/>
          <p:cNvSpPr/>
          <p:nvPr/>
        </p:nvSpPr>
        <p:spPr>
          <a:xfrm>
            <a:off x="-15500" y="-1905"/>
            <a:ext cx="13654008" cy="2295926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75161" y="1252575"/>
            <a:ext cx="3229354" cy="1142092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9994" y="1776545"/>
            <a:ext cx="1483830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6000" dirty="0" smtClean="0">
                <a:solidFill>
                  <a:schemeClr val="bg1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Logout</a:t>
            </a:r>
            <a:endParaRPr lang="en-US" sz="6000" dirty="0">
              <a:solidFill>
                <a:schemeClr val="bg1"/>
              </a:solidFill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76" y="5463717"/>
            <a:ext cx="4518414" cy="23734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623" y="5469242"/>
            <a:ext cx="4525505" cy="237343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5866209" y="4690615"/>
            <a:ext cx="2099919" cy="618122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6131042" y="4830097"/>
            <a:ext cx="1483830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 smtClean="0">
                <a:solidFill>
                  <a:schemeClr val="bg1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Sign Up</a:t>
            </a:r>
            <a:endParaRPr lang="en-US" sz="3200" dirty="0">
              <a:solidFill>
                <a:schemeClr val="bg1"/>
              </a:solidFill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388617" y="4720188"/>
            <a:ext cx="1868724" cy="583024"/>
          </a:xfrm>
          <a:prstGeom prst="roundRect">
            <a:avLst>
              <a:gd name="adj" fmla="val 14924"/>
            </a:avLst>
          </a:prstGeom>
          <a:solidFill>
            <a:srgbClr val="000000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3" name="Text 4"/>
          <p:cNvSpPr/>
          <p:nvPr/>
        </p:nvSpPr>
        <p:spPr>
          <a:xfrm>
            <a:off x="1653449" y="4859670"/>
            <a:ext cx="1483830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 smtClean="0">
                <a:solidFill>
                  <a:schemeClr val="bg1"/>
                </a:solidFill>
                <a:latin typeface="Broadway" panose="04040905080B02020502" pitchFamily="82" charset="0"/>
                <a:cs typeface="Arial" panose="020B0604020202020204" pitchFamily="34" charset="0"/>
              </a:rPr>
              <a:t>Log In</a:t>
            </a:r>
            <a:endParaRPr lang="en-US" sz="3200" dirty="0">
              <a:solidFill>
                <a:schemeClr val="bg1"/>
              </a:solidFill>
              <a:latin typeface="Broadway" panose="04040905080B02020502" pitchFamily="82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88617" y="7386218"/>
            <a:ext cx="335256" cy="23247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4" idx="3"/>
          </p:cNvCxnSpPr>
          <p:nvPr/>
        </p:nvCxnSpPr>
        <p:spPr>
          <a:xfrm>
            <a:off x="1723873" y="7502455"/>
            <a:ext cx="3046593" cy="844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51177" y="7312950"/>
            <a:ext cx="335256" cy="23247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330700" y="7684191"/>
            <a:ext cx="2881238" cy="40592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9" idx="3"/>
          </p:cNvCxnSpPr>
          <p:nvPr/>
        </p:nvCxnSpPr>
        <p:spPr>
          <a:xfrm>
            <a:off x="5686433" y="7429187"/>
            <a:ext cx="1644267" cy="66092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938" y="7092923"/>
            <a:ext cx="3277057" cy="90500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941880" y="5500238"/>
            <a:ext cx="335256" cy="23247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9313764" y="5484739"/>
            <a:ext cx="853125" cy="11077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938" y="4464608"/>
            <a:ext cx="3162455" cy="2185826"/>
          </a:xfrm>
          <a:prstGeom prst="rect">
            <a:avLst/>
          </a:prstGeom>
        </p:spPr>
      </p:pic>
      <p:sp>
        <p:nvSpPr>
          <p:cNvPr id="32" name="Shape 3"/>
          <p:cNvSpPr/>
          <p:nvPr/>
        </p:nvSpPr>
        <p:spPr>
          <a:xfrm flipH="1">
            <a:off x="777317" y="2961944"/>
            <a:ext cx="45719" cy="116060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33" name="Text 5"/>
          <p:cNvSpPr/>
          <p:nvPr/>
        </p:nvSpPr>
        <p:spPr>
          <a:xfrm>
            <a:off x="908456" y="3014281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chemeClr val="bg1"/>
                </a:solidFill>
              </a:rPr>
              <a:t>Ye logout or sign up login hay </a:t>
            </a:r>
            <a:r>
              <a:rPr lang="en-US" sz="1750" dirty="0" err="1" smtClean="0">
                <a:solidFill>
                  <a:schemeClr val="bg1"/>
                </a:solidFill>
              </a:rPr>
              <a:t>jismay</a:t>
            </a:r>
            <a:r>
              <a:rPr lang="en-US" sz="1750" dirty="0" smtClean="0">
                <a:solidFill>
                  <a:schemeClr val="bg1"/>
                </a:solidFill>
              </a:rPr>
              <a:t> proper logout </a:t>
            </a:r>
            <a:r>
              <a:rPr lang="en-US" sz="1750" dirty="0" err="1" smtClean="0">
                <a:solidFill>
                  <a:schemeClr val="bg1"/>
                </a:solidFill>
              </a:rPr>
              <a:t>hota</a:t>
            </a:r>
            <a:r>
              <a:rPr lang="en-US" sz="1750" dirty="0" smtClean="0">
                <a:solidFill>
                  <a:schemeClr val="bg1"/>
                </a:solidFill>
              </a:rPr>
              <a:t> hay sign up </a:t>
            </a:r>
            <a:r>
              <a:rPr lang="en-US" sz="1750" dirty="0" err="1" smtClean="0">
                <a:solidFill>
                  <a:schemeClr val="bg1"/>
                </a:solidFill>
              </a:rPr>
              <a:t>hota</a:t>
            </a:r>
            <a:r>
              <a:rPr lang="en-US" sz="1750" dirty="0" smtClean="0">
                <a:solidFill>
                  <a:schemeClr val="bg1"/>
                </a:solidFill>
              </a:rPr>
              <a:t> hay or login </a:t>
            </a:r>
            <a:r>
              <a:rPr lang="en-US" sz="1750" dirty="0" err="1" smtClean="0">
                <a:solidFill>
                  <a:schemeClr val="bg1"/>
                </a:solidFill>
              </a:rPr>
              <a:t>hota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r>
              <a:rPr lang="en-US" sz="1750" dirty="0" err="1" smtClean="0">
                <a:solidFill>
                  <a:schemeClr val="bg1"/>
                </a:solidFill>
              </a:rPr>
              <a:t>tamam</a:t>
            </a:r>
            <a:r>
              <a:rPr lang="en-US" sz="1750" dirty="0" smtClean="0">
                <a:solidFill>
                  <a:schemeClr val="bg1"/>
                </a:solidFill>
              </a:rPr>
              <a:t> user </a:t>
            </a:r>
            <a:r>
              <a:rPr lang="en-US" sz="1750" dirty="0" err="1" smtClean="0">
                <a:solidFill>
                  <a:schemeClr val="bg1"/>
                </a:solidFill>
              </a:rPr>
              <a:t>ki</a:t>
            </a:r>
            <a:r>
              <a:rPr lang="en-US" sz="1750" dirty="0" smtClean="0">
                <a:solidFill>
                  <a:schemeClr val="bg1"/>
                </a:solidFill>
              </a:rPr>
              <a:t> details database me show </a:t>
            </a:r>
            <a:r>
              <a:rPr lang="en-US" sz="1750" dirty="0" err="1" smtClean="0">
                <a:solidFill>
                  <a:schemeClr val="bg1"/>
                </a:solidFill>
              </a:rPr>
              <a:t>hoti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or her button function provide </a:t>
            </a:r>
            <a:r>
              <a:rPr lang="en-US" sz="1750" dirty="0" err="1" smtClean="0">
                <a:solidFill>
                  <a:schemeClr val="bg1"/>
                </a:solidFill>
              </a:rPr>
              <a:t>kerta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r>
              <a:rPr lang="en-US" sz="1750" dirty="0" err="1" smtClean="0">
                <a:solidFill>
                  <a:schemeClr val="bg1"/>
                </a:solidFill>
              </a:rPr>
              <a:t>ismay</a:t>
            </a:r>
            <a:r>
              <a:rPr lang="en-US" sz="1750" dirty="0" smtClean="0">
                <a:solidFill>
                  <a:schemeClr val="bg1"/>
                </a:solidFill>
              </a:rPr>
              <a:t> her </a:t>
            </a:r>
            <a:r>
              <a:rPr lang="en-US" sz="1750" dirty="0" err="1" smtClean="0">
                <a:solidFill>
                  <a:schemeClr val="bg1"/>
                </a:solidFill>
              </a:rPr>
              <a:t>tarha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ki</a:t>
            </a:r>
            <a:r>
              <a:rPr lang="en-US" sz="1750" dirty="0" smtClean="0">
                <a:solidFill>
                  <a:schemeClr val="bg1"/>
                </a:solidFill>
              </a:rPr>
              <a:t> animation or hover effect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hay or </a:t>
            </a:r>
            <a:r>
              <a:rPr lang="en-US" sz="1750" dirty="0" err="1" smtClean="0">
                <a:solidFill>
                  <a:schemeClr val="bg1"/>
                </a:solidFill>
              </a:rPr>
              <a:t>crusel</a:t>
            </a:r>
            <a:r>
              <a:rPr lang="en-US" sz="1750" dirty="0" smtClean="0">
                <a:solidFill>
                  <a:schemeClr val="bg1"/>
                </a:solidFill>
              </a:rPr>
              <a:t> </a:t>
            </a:r>
            <a:r>
              <a:rPr lang="en-US" sz="1750" dirty="0" err="1" smtClean="0">
                <a:solidFill>
                  <a:schemeClr val="bg1"/>
                </a:solidFill>
              </a:rPr>
              <a:t>bhi</a:t>
            </a:r>
            <a:r>
              <a:rPr lang="en-US" sz="1750" dirty="0" smtClean="0">
                <a:solidFill>
                  <a:schemeClr val="bg1"/>
                </a:solidFill>
              </a:rPr>
              <a:t> hay or login user direct home page </a:t>
            </a:r>
            <a:r>
              <a:rPr lang="en-US" sz="1750" dirty="0" err="1" smtClean="0">
                <a:solidFill>
                  <a:schemeClr val="bg1"/>
                </a:solidFill>
              </a:rPr>
              <a:t>pr</a:t>
            </a:r>
            <a:r>
              <a:rPr lang="en-US" sz="1750" dirty="0" smtClean="0">
                <a:solidFill>
                  <a:schemeClr val="bg1"/>
                </a:solidFill>
              </a:rPr>
              <a:t/>
            </a:r>
            <a:br>
              <a:rPr lang="en-US" sz="1750" dirty="0" smtClean="0">
                <a:solidFill>
                  <a:schemeClr val="bg1"/>
                </a:solidFill>
              </a:rPr>
            </a:br>
            <a:r>
              <a:rPr lang="en-US" sz="1750" dirty="0" smtClean="0">
                <a:solidFill>
                  <a:schemeClr val="bg1"/>
                </a:solidFill>
              </a:rPr>
              <a:t>re direct </a:t>
            </a:r>
            <a:r>
              <a:rPr lang="en-US" sz="1750" dirty="0" err="1" smtClean="0">
                <a:solidFill>
                  <a:schemeClr val="bg1"/>
                </a:solidFill>
              </a:rPr>
              <a:t>hota</a:t>
            </a:r>
            <a:r>
              <a:rPr lang="en-US" sz="1750" dirty="0" smtClean="0">
                <a:solidFill>
                  <a:schemeClr val="bg1"/>
                </a:solidFill>
              </a:rPr>
              <a:t> hay 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75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17434</TotalTime>
  <Words>404</Words>
  <Application>Microsoft Office PowerPoint</Application>
  <PresentationFormat>Custom</PresentationFormat>
  <Paragraphs>71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Broadway</vt:lpstr>
      <vt:lpstr>Arial</vt:lpstr>
      <vt:lpstr>Chiller</vt:lpstr>
      <vt:lpstr>Roboto</vt:lpstr>
      <vt:lpstr>Saira Light</vt:lpstr>
      <vt:lpstr>Arial Black</vt:lpstr>
      <vt:lpstr>Saira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abc</cp:lastModifiedBy>
  <cp:revision>38</cp:revision>
  <dcterms:created xsi:type="dcterms:W3CDTF">2025-08-28T13:09:43Z</dcterms:created>
  <dcterms:modified xsi:type="dcterms:W3CDTF">2025-10-02T11:06:41Z</dcterms:modified>
</cp:coreProperties>
</file>